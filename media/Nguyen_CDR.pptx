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4"/>
    <p:sldMasterId id="2147484007" r:id="rId5"/>
    <p:sldMasterId id="2147484050" r:id="rId6"/>
  </p:sldMasterIdLst>
  <p:notesMasterIdLst>
    <p:notesMasterId r:id="rId25"/>
  </p:notesMasterIdLst>
  <p:handoutMasterIdLst>
    <p:handoutMasterId r:id="rId26"/>
  </p:handoutMasterIdLst>
  <p:sldIdLst>
    <p:sldId id="604" r:id="rId7"/>
    <p:sldId id="605" r:id="rId8"/>
    <p:sldId id="608" r:id="rId9"/>
    <p:sldId id="607" r:id="rId10"/>
    <p:sldId id="619" r:id="rId11"/>
    <p:sldId id="613" r:id="rId12"/>
    <p:sldId id="614" r:id="rId13"/>
    <p:sldId id="616" r:id="rId14"/>
    <p:sldId id="617" r:id="rId15"/>
    <p:sldId id="622" r:id="rId16"/>
    <p:sldId id="621" r:id="rId17"/>
    <p:sldId id="618" r:id="rId18"/>
    <p:sldId id="615" r:id="rId19"/>
    <p:sldId id="611" r:id="rId20"/>
    <p:sldId id="610" r:id="rId21"/>
    <p:sldId id="609" r:id="rId22"/>
    <p:sldId id="612" r:id="rId23"/>
    <p:sldId id="256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7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270" userDrawn="1">
          <p15:clr>
            <a:srgbClr val="A4A3A4"/>
          </p15:clr>
        </p15:guide>
        <p15:guide id="6" orient="horz" pos="29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ACE5"/>
    <a:srgbClr val="092C74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406DD-8A97-8821-0B77-F825BE00B3D4}" v="13934" dt="2023-09-01T12:51:08.186"/>
    <p1510:client id="{F0C9CA81-66BA-9C26-32D5-C751C8A4D0FF}" v="6044" dt="2023-08-23T00:27:47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  <p:guide pos="5472"/>
        <p:guide pos="288"/>
        <p:guide orient="horz" pos="270"/>
        <p:guide orient="horz" pos="29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5F52E7-5C0C-456C-BBFC-C078470C52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811CF-080A-4CC5-86EF-B43E625A90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AD2F-3255-4D6B-B7D0-3AD777FD6E16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27A20-36C9-4A9B-80F5-C901AEE11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B264A-566F-4D57-AA83-B2D4076BB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B7DCB-9EC0-4793-8462-68AC0ED49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96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A7F51-485C-4411-96B4-8DBF10CDD334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9F371-3862-4534-BA58-4E7EFD6C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0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 descr="Medical History Moment - The Founding of Johns Hopkins University ...">
            <a:extLst>
              <a:ext uri="{FF2B5EF4-FFF2-40B4-BE49-F238E27FC236}">
                <a16:creationId xmlns:a16="http://schemas.microsoft.com/office/drawing/2014/main" id="{268DE600-90A7-4B6B-BFFA-EA2C6E80718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786" b="7786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EBA27004-3833-43ED-82E9-6895434B895C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3"/>
            <a:ext cx="9144001" cy="5143499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610272-EE8A-4752-A390-42C726F6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9" t="29483" r="13581" b="28303"/>
          <a:stretch/>
        </p:blipFill>
        <p:spPr>
          <a:xfrm>
            <a:off x="6298808" y="447090"/>
            <a:ext cx="2377440" cy="621421"/>
          </a:xfrm>
          <a:prstGeom prst="rect">
            <a:avLst/>
          </a:prstGeom>
        </p:spPr>
      </p:pic>
      <p:sp>
        <p:nvSpPr>
          <p:cNvPr id="6" name="Course Title">
            <a:extLst>
              <a:ext uri="{FF2B5EF4-FFF2-40B4-BE49-F238E27FC236}">
                <a16:creationId xmlns:a16="http://schemas.microsoft.com/office/drawing/2014/main" id="{A43E8622-AA5C-40CF-A3A0-8B2BF9D75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51" y="2240842"/>
            <a:ext cx="8208498" cy="544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125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add course title</a:t>
            </a:r>
          </a:p>
        </p:txBody>
      </p:sp>
      <p:sp>
        <p:nvSpPr>
          <p:cNvPr id="7" name="Lecture Title">
            <a:extLst>
              <a:ext uri="{FF2B5EF4-FFF2-40B4-BE49-F238E27FC236}">
                <a16:creationId xmlns:a16="http://schemas.microsoft.com/office/drawing/2014/main" id="{DE1C7E4D-69CB-4F79-9436-E0466B26F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49" y="2784966"/>
            <a:ext cx="8219053" cy="3667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add lecture title</a:t>
            </a:r>
          </a:p>
        </p:txBody>
      </p:sp>
    </p:spTree>
    <p:extLst>
      <p:ext uri="{BB962C8B-B14F-4D97-AF65-F5344CB8AC3E}">
        <p14:creationId xmlns:p14="http://schemas.microsoft.com/office/powerpoint/2010/main" val="329327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19" y="1390650"/>
            <a:ext cx="8085415" cy="3077573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spcBef>
                <a:spcPts val="7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500" indent="-228600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482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5812EB8-9C15-3D45-A153-203E42E98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1" y="107119"/>
            <a:ext cx="8088983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352" y="1389888"/>
            <a:ext cx="8096622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5" indent="-231775" algn="l">
              <a:buClr>
                <a:srgbClr val="69ACE5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30188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69ACE5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351" y="3058846"/>
            <a:ext cx="8088983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5" indent="-231775" algn="l">
              <a:buClr>
                <a:srgbClr val="69ACE5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marR="0" indent="-230188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sz="1600"/>
            </a:lvl2pPr>
            <a:lvl3pPr marL="914400" indent="-228600">
              <a:buClr>
                <a:srgbClr val="69ACE5"/>
              </a:buClr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4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19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352" y="1389888"/>
            <a:ext cx="3571875" cy="3134272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0" y="1389888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5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19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4884B21B-478C-4C01-9996-0F72AC036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522711" y="1389888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Citation">
            <a:extLst>
              <a:ext uri="{FF2B5EF4-FFF2-40B4-BE49-F238E27FC236}">
                <a16:creationId xmlns:a16="http://schemas.microsoft.com/office/drawing/2014/main" id="{47FB68FD-CDA4-408D-A343-8A86DF16AE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38" y="4585070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765176" y="1389888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9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64E24-CAF0-4D23-BB2F-41C411BEF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107118"/>
            <a:ext cx="8164088" cy="858505"/>
          </a:xfrm>
          <a:prstGeom prst="rect">
            <a:avLst/>
          </a:prstGeom>
        </p:spPr>
        <p:txBody>
          <a:bodyPr anchor="b"/>
          <a:lstStyle>
            <a:lvl1pPr>
              <a:defRPr sz="3000" b="1" i="0" u="none">
                <a:solidFill>
                  <a:srgbClr val="092C74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4925" y="1272248"/>
            <a:ext cx="3571875" cy="3174967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" y="1272249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2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28403"/>
            <a:ext cx="3131127" cy="119268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176" y="1521085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95289" y="1838548"/>
            <a:ext cx="3131127" cy="26689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4675" indent="-23177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9762" y="0"/>
            <a:ext cx="5074238" cy="51435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7459" y="488400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 userDrawn="1"/>
        </p:nvSpPr>
        <p:spPr>
          <a:xfrm>
            <a:off x="-400049" y="4895931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63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3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9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90" y="-938619"/>
            <a:ext cx="8085415" cy="876185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The Johns Hopkins University 2022. All rights reserved.</a:t>
            </a:r>
          </a:p>
        </p:txBody>
      </p:sp>
      <p:pic>
        <p:nvPicPr>
          <p:cNvPr id="8" name="Picture 18">
            <a:extLst>
              <a:ext uri="{FF2B5EF4-FFF2-40B4-BE49-F238E27FC236}">
                <a16:creationId xmlns:a16="http://schemas.microsoft.com/office/drawing/2014/main" id="{6A3B47A9-9AB9-4359-A67A-4A3EC54C4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786" b="7786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3"/>
            <a:ext cx="9144001" cy="51434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2" t="22639" r="15939" b="21111"/>
          <a:stretch/>
        </p:blipFill>
        <p:spPr>
          <a:xfrm>
            <a:off x="2584969" y="1417162"/>
            <a:ext cx="3974062" cy="2309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 userDrawn="1"/>
        </p:nvSpPr>
        <p:spPr>
          <a:xfrm>
            <a:off x="0" y="4727386"/>
            <a:ext cx="9144000" cy="217090"/>
          </a:xfrm>
          <a:prstGeom prst="rect">
            <a:avLst/>
          </a:prstGeom>
        </p:spPr>
        <p:txBody>
          <a:bodyPr wrap="square" lIns="81639" tIns="40820" rIns="81639" bIns="40820">
            <a:spAutoFit/>
          </a:bodyPr>
          <a:lstStyle/>
          <a:p>
            <a:pPr algn="ctr"/>
            <a:r>
              <a:rPr lang="en-US" sz="875">
                <a:solidFill>
                  <a:schemeClr val="bg1"/>
                </a:solidFill>
                <a:latin typeface="Arial"/>
                <a:cs typeface="Arial"/>
              </a:rPr>
              <a:t>© The Johns Hopkins University 2022,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601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FC922D-F971-4707-8283-A3B5043B799C}"/>
              </a:ext>
            </a:extLst>
          </p:cNvPr>
          <p:cNvSpPr/>
          <p:nvPr userDrawn="1"/>
        </p:nvSpPr>
        <p:spPr>
          <a:xfrm>
            <a:off x="457200" y="428625"/>
            <a:ext cx="8229600" cy="19617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111DEAC-5DA3-40FB-8328-493BB53C3D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1722" y="972475"/>
            <a:ext cx="3575013" cy="927216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8811F-BA33-419E-AC91-AAC3393B703F}"/>
              </a:ext>
            </a:extLst>
          </p:cNvPr>
          <p:cNvSpPr/>
          <p:nvPr userDrawn="1"/>
        </p:nvSpPr>
        <p:spPr>
          <a:xfrm>
            <a:off x="910668" y="1899691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709620F3-CE75-4F88-B996-D13338DB49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4762663" y="594484"/>
            <a:ext cx="3558209" cy="2158655"/>
          </a:xfrm>
          <a:custGeom>
            <a:avLst/>
            <a:gdLst>
              <a:gd name="connsiteX0" fmla="*/ 0 w 4744278"/>
              <a:gd name="connsiteY0" fmla="*/ 0 h 2878206"/>
              <a:gd name="connsiteX1" fmla="*/ 4744278 w 4744278"/>
              <a:gd name="connsiteY1" fmla="*/ 0 h 2878206"/>
              <a:gd name="connsiteX2" fmla="*/ 4744278 w 4744278"/>
              <a:gd name="connsiteY2" fmla="*/ 2878206 h 2878206"/>
              <a:gd name="connsiteX3" fmla="*/ 0 w 4744278"/>
              <a:gd name="connsiteY3" fmla="*/ 2878206 h 287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4278" h="2878206">
                <a:moveTo>
                  <a:pt x="0" y="0"/>
                </a:moveTo>
                <a:lnTo>
                  <a:pt x="4744278" y="0"/>
                </a:lnTo>
                <a:lnTo>
                  <a:pt x="4744278" y="2878206"/>
                </a:lnTo>
                <a:lnTo>
                  <a:pt x="0" y="2878206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Citation">
            <a:extLst>
              <a:ext uri="{FF2B5EF4-FFF2-40B4-BE49-F238E27FC236}">
                <a16:creationId xmlns:a16="http://schemas.microsoft.com/office/drawing/2014/main" id="{0703DEBD-9CAD-4A4B-AFB1-1784BA7258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4076" y="2757901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6" name="Bullets 1">
            <a:extLst>
              <a:ext uri="{FF2B5EF4-FFF2-40B4-BE49-F238E27FC236}">
                <a16:creationId xmlns:a16="http://schemas.microsoft.com/office/drawing/2014/main" id="{FAFED653-B531-4E78-8677-DC685EEA4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069516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Bullets 2">
            <a:extLst>
              <a:ext uri="{FF2B5EF4-FFF2-40B4-BE49-F238E27FC236}">
                <a16:creationId xmlns:a16="http://schemas.microsoft.com/office/drawing/2014/main" id="{0577BDD5-F52D-4F20-B068-E48B0A0D4C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0028" y="3063024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Bullets 3">
            <a:extLst>
              <a:ext uri="{FF2B5EF4-FFF2-40B4-BE49-F238E27FC236}">
                <a16:creationId xmlns:a16="http://schemas.microsoft.com/office/drawing/2014/main" id="{A32A3E7D-CC2E-4FBA-983C-0B62D18C16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856" y="3064359"/>
            <a:ext cx="2523944" cy="165031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380D9A22-5897-43DE-B092-AE5494CE5D2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4" name="WSE logo">
            <a:extLst>
              <a:ext uri="{FF2B5EF4-FFF2-40B4-BE49-F238E27FC236}">
                <a16:creationId xmlns:a16="http://schemas.microsoft.com/office/drawing/2014/main" id="{AD37F1B9-E29E-4BAD-9584-2A9287180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90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 Picture">
            <a:extLst>
              <a:ext uri="{FF2B5EF4-FFF2-40B4-BE49-F238E27FC236}">
                <a16:creationId xmlns:a16="http://schemas.microsoft.com/office/drawing/2014/main" id="{9E5B6CA6-B6F4-4449-B80B-373EA4BE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639641" y="639640"/>
            <a:ext cx="5143500" cy="3864219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A9CFBE73-852C-4CD7-B0DD-890AB86C2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3793891" cy="514349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5013AE2-E3DB-4823-B27C-E37E2BA5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8845" y="0"/>
            <a:ext cx="7825154" cy="5143500"/>
          </a:xfrm>
          <a:custGeom>
            <a:avLst/>
            <a:gdLst>
              <a:gd name="connsiteX0" fmla="*/ 2 w 16204045"/>
              <a:gd name="connsiteY0" fmla="*/ 0 h 10287000"/>
              <a:gd name="connsiteX1" fmla="*/ 16204045 w 16204045"/>
              <a:gd name="connsiteY1" fmla="*/ 0 h 10287000"/>
              <a:gd name="connsiteX2" fmla="*/ 16204045 w 16204045"/>
              <a:gd name="connsiteY2" fmla="*/ 10287000 h 10287000"/>
              <a:gd name="connsiteX3" fmla="*/ 0 w 16204045"/>
              <a:gd name="connsiteY3" fmla="*/ 10287000 h 10287000"/>
              <a:gd name="connsiteX4" fmla="*/ 5143501 w 16204045"/>
              <a:gd name="connsiteY4" fmla="*/ 5143499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04045" h="10287000">
                <a:moveTo>
                  <a:pt x="2" y="0"/>
                </a:moveTo>
                <a:lnTo>
                  <a:pt x="16204045" y="0"/>
                </a:lnTo>
                <a:lnTo>
                  <a:pt x="16204045" y="10287000"/>
                </a:lnTo>
                <a:lnTo>
                  <a:pt x="0" y="10287000"/>
                </a:lnTo>
                <a:lnTo>
                  <a:pt x="5143501" y="5143499"/>
                </a:lnTo>
                <a:close/>
              </a:path>
            </a:pathLst>
          </a:custGeom>
          <a:solidFill>
            <a:schemeClr val="bg1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700">
              <a:defRPr/>
            </a:pPr>
            <a:endParaRPr lang="uk-UA" sz="2100" kern="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0DC1BC56-1CC3-46DB-9AF3-0ABE9C7B5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2509" y="368595"/>
            <a:ext cx="4682835" cy="867165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C4DA1-588C-473F-9289-61578C2D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4340" y="1235761"/>
            <a:ext cx="778180" cy="11190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Body Text">
            <a:extLst>
              <a:ext uri="{FF2B5EF4-FFF2-40B4-BE49-F238E27FC236}">
                <a16:creationId xmlns:a16="http://schemas.microsoft.com/office/drawing/2014/main" id="{0A9F6E88-C000-47AF-BB13-5C005638DA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2509" y="1628638"/>
            <a:ext cx="4682835" cy="2804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tx2"/>
              </a:buClr>
              <a:defRPr sz="1600"/>
            </a:lvl3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C6E950EA-E181-41E8-BC07-F40B1DDDABC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8975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011" y="1612107"/>
            <a:ext cx="8339978" cy="2000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8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609344"/>
            <a:ext cx="8339328" cy="200253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40632"/>
            <a:ext cx="9144000" cy="27432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609344"/>
            <a:ext cx="8339328" cy="200253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98467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9696BA-3CAD-4740-83E8-4A2CDE35D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38056"/>
            <a:ext cx="9144000" cy="24673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F6BD4-99E6-47D8-8CB4-96909C050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954" y="2421798"/>
            <a:ext cx="778180" cy="10334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241E8AA-7C6C-4211-943F-08C05083C9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748" y="1552353"/>
            <a:ext cx="4953052" cy="867606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2" name="Body Text">
            <a:extLst>
              <a:ext uri="{FF2B5EF4-FFF2-40B4-BE49-F238E27FC236}">
                <a16:creationId xmlns:a16="http://schemas.microsoft.com/office/drawing/2014/main" id="{4B6AB3A2-1B90-4E53-9B04-A72DC3F6B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3749" y="2723542"/>
            <a:ext cx="4953051" cy="7374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AA0F990B-C544-47FD-B660-9B95AC702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1162075"/>
            <a:ext cx="2819349" cy="2819349"/>
          </a:xfrm>
          <a:custGeom>
            <a:avLst/>
            <a:gdLst>
              <a:gd name="connsiteX0" fmla="*/ 1879566 w 3759132"/>
              <a:gd name="connsiteY0" fmla="*/ 0 h 3759132"/>
              <a:gd name="connsiteX1" fmla="*/ 3759132 w 3759132"/>
              <a:gd name="connsiteY1" fmla="*/ 1879566 h 3759132"/>
              <a:gd name="connsiteX2" fmla="*/ 1879566 w 3759132"/>
              <a:gd name="connsiteY2" fmla="*/ 3759132 h 3759132"/>
              <a:gd name="connsiteX3" fmla="*/ 0 w 3759132"/>
              <a:gd name="connsiteY3" fmla="*/ 1879566 h 3759132"/>
              <a:gd name="connsiteX4" fmla="*/ 1879566 w 3759132"/>
              <a:gd name="connsiteY4" fmla="*/ 0 h 375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9132" h="3759132">
                <a:moveTo>
                  <a:pt x="1879566" y="0"/>
                </a:moveTo>
                <a:cubicBezTo>
                  <a:pt x="2917622" y="0"/>
                  <a:pt x="3759132" y="841510"/>
                  <a:pt x="3759132" y="1879566"/>
                </a:cubicBezTo>
                <a:cubicBezTo>
                  <a:pt x="3759132" y="2917622"/>
                  <a:pt x="2917622" y="3759132"/>
                  <a:pt x="1879566" y="3759132"/>
                </a:cubicBezTo>
                <a:cubicBezTo>
                  <a:pt x="841510" y="3759132"/>
                  <a:pt x="0" y="2917622"/>
                  <a:pt x="0" y="1879566"/>
                </a:cubicBezTo>
                <a:cubicBezTo>
                  <a:pt x="0" y="841510"/>
                  <a:pt x="841510" y="0"/>
                  <a:pt x="18795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id-ID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F501A6CF-A735-4626-98DA-9E8B0FD312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3476" y="405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9D01B63B-5697-4312-8E71-329C97791FCC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72AF7E56-FAB2-4B4F-84DF-5DD134D2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56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15760-3E07-42D4-A21D-F0FD40BE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268391" cy="2686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1B6ABB6-9249-43D4-9BFB-1F42958AF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7" y="148856"/>
            <a:ext cx="3588328" cy="869463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AAC933-258D-4315-BE02-5E15627A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" y="1018847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0E77657-A0B6-49EF-B483-225CE89E5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436" y="1378656"/>
            <a:ext cx="3588328" cy="7374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AED0488D-2197-437E-977B-1F0684754E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3110345"/>
            <a:ext cx="4268624" cy="1614142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Picture 1">
            <a:extLst>
              <a:ext uri="{FF2B5EF4-FFF2-40B4-BE49-F238E27FC236}">
                <a16:creationId xmlns:a16="http://schemas.microsoft.com/office/drawing/2014/main" id="{B026DFBA-6B10-4A30-8151-CF6F094DFC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4268391" y="0"/>
            <a:ext cx="4875609" cy="2686049"/>
          </a:xfrm>
          <a:custGeom>
            <a:avLst/>
            <a:gdLst>
              <a:gd name="connsiteX0" fmla="*/ 0 w 6652591"/>
              <a:gd name="connsiteY0" fmla="*/ 0 h 3429000"/>
              <a:gd name="connsiteX1" fmla="*/ 6652591 w 6652591"/>
              <a:gd name="connsiteY1" fmla="*/ 0 h 3429000"/>
              <a:gd name="connsiteX2" fmla="*/ 6652591 w 6652591"/>
              <a:gd name="connsiteY2" fmla="*/ 3429000 h 3429000"/>
              <a:gd name="connsiteX3" fmla="*/ 0 w 665259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2591" h="3429000">
                <a:moveTo>
                  <a:pt x="0" y="0"/>
                </a:moveTo>
                <a:lnTo>
                  <a:pt x="6652591" y="0"/>
                </a:lnTo>
                <a:lnTo>
                  <a:pt x="6652591" y="3429000"/>
                </a:lnTo>
                <a:lnTo>
                  <a:pt x="0" y="34290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1 Citation">
            <a:extLst>
              <a:ext uri="{FF2B5EF4-FFF2-40B4-BE49-F238E27FC236}">
                <a16:creationId xmlns:a16="http://schemas.microsoft.com/office/drawing/2014/main" id="{934C4126-513D-4063-8159-9000EEF20C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3828" y="2686050"/>
            <a:ext cx="1426796" cy="205928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6" name="Picture 2">
            <a:extLst>
              <a:ext uri="{FF2B5EF4-FFF2-40B4-BE49-F238E27FC236}">
                <a16:creationId xmlns:a16="http://schemas.microsoft.com/office/drawing/2014/main" id="{2F36CBD8-DA4E-4734-8794-822955545B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6928" y="2686050"/>
            <a:ext cx="4268390" cy="2457450"/>
          </a:xfrm>
          <a:custGeom>
            <a:avLst/>
            <a:gdLst>
              <a:gd name="connsiteX0" fmla="*/ 0 w 2584174"/>
              <a:gd name="connsiteY0" fmla="*/ 0 h 3710609"/>
              <a:gd name="connsiteX1" fmla="*/ 2584174 w 2584174"/>
              <a:gd name="connsiteY1" fmla="*/ 0 h 3710609"/>
              <a:gd name="connsiteX2" fmla="*/ 2584174 w 2584174"/>
              <a:gd name="connsiteY2" fmla="*/ 3710609 h 3710609"/>
              <a:gd name="connsiteX3" fmla="*/ 0 w 2584174"/>
              <a:gd name="connsiteY3" fmla="*/ 3710609 h 3710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4174" h="3710609">
                <a:moveTo>
                  <a:pt x="0" y="0"/>
                </a:moveTo>
                <a:lnTo>
                  <a:pt x="2584174" y="0"/>
                </a:lnTo>
                <a:lnTo>
                  <a:pt x="2584174" y="3710609"/>
                </a:lnTo>
                <a:lnTo>
                  <a:pt x="0" y="371060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2 Citation">
            <a:extLst>
              <a:ext uri="{FF2B5EF4-FFF2-40B4-BE49-F238E27FC236}">
                <a16:creationId xmlns:a16="http://schemas.microsoft.com/office/drawing/2014/main" id="{84787030-AF2E-40DC-BF01-B820369026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5318" y="4860168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B1CCA31-5A25-479D-AD67-186535D4878C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35AF0EDF-51BB-4438-8F46-7DF1B21E6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47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90ABE2-A37C-4759-BB33-9EAD1E88A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1016" y="455556"/>
            <a:ext cx="3492984" cy="3093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99237"/>
            <a:ext cx="4581006" cy="865424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925" y="1430584"/>
            <a:ext cx="3571875" cy="3134272"/>
          </a:xfrm>
          <a:prstGeom prst="rect">
            <a:avLst/>
          </a:prstGeom>
        </p:spPr>
        <p:txBody>
          <a:bodyPr>
            <a:noAutofit/>
          </a:bodyPr>
          <a:lstStyle>
            <a:lvl1pPr marL="258366" indent="-258366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25" indent="-225425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0" y="1430584"/>
            <a:ext cx="4114800" cy="3134272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250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185CA7AE-7686-4662-B756-DCF209F5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DDFDD8-D646-43B5-AA68-7BD2BA874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1426369"/>
            <a:ext cx="4572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6" name="Picture"/>
          <p:cNvSpPr>
            <a:spLocks noGrp="1"/>
          </p:cNvSpPr>
          <p:nvPr>
            <p:ph type="pic" sz="quarter" idx="11"/>
          </p:nvPr>
        </p:nvSpPr>
        <p:spPr>
          <a:xfrm>
            <a:off x="0" y="1426369"/>
            <a:ext cx="4572000" cy="2743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16956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675" y="1797844"/>
            <a:ext cx="3676650" cy="2000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6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EB5493-B3A2-40C1-8BB1-AB892AD7F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2"/>
            <a:ext cx="3122840" cy="5143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FBF9887D-E6B3-4215-89CB-6D0E9B71B9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auto">
          <a:xfrm>
            <a:off x="857251" y="1248603"/>
            <a:ext cx="4531178" cy="2646293"/>
          </a:xfrm>
          <a:custGeom>
            <a:avLst/>
            <a:gdLst>
              <a:gd name="connsiteX0" fmla="*/ 0 w 6089373"/>
              <a:gd name="connsiteY0" fmla="*/ 0 h 3528391"/>
              <a:gd name="connsiteX1" fmla="*/ 6089373 w 6089373"/>
              <a:gd name="connsiteY1" fmla="*/ 0 h 3528391"/>
              <a:gd name="connsiteX2" fmla="*/ 6089373 w 6089373"/>
              <a:gd name="connsiteY2" fmla="*/ 3528391 h 3528391"/>
              <a:gd name="connsiteX3" fmla="*/ 0 w 6089373"/>
              <a:gd name="connsiteY3" fmla="*/ 3528391 h 3528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9373" h="3528391">
                <a:moveTo>
                  <a:pt x="0" y="0"/>
                </a:moveTo>
                <a:lnTo>
                  <a:pt x="6089373" y="0"/>
                </a:lnTo>
                <a:lnTo>
                  <a:pt x="6089373" y="3528391"/>
                </a:lnTo>
                <a:lnTo>
                  <a:pt x="0" y="352839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AD6D53B2-B358-42B0-8674-1675EB1C62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7251" y="3908750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7" name="Icon">
            <a:extLst>
              <a:ext uri="{FF2B5EF4-FFF2-40B4-BE49-F238E27FC236}">
                <a16:creationId xmlns:a16="http://schemas.microsoft.com/office/drawing/2014/main" id="{FE8CABBD-9B77-4E67-9A9B-7336CC8B4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297" y="1629793"/>
            <a:ext cx="339420" cy="288112"/>
          </a:xfrm>
          <a:custGeom>
            <a:avLst/>
            <a:gdLst>
              <a:gd name="T0" fmla="*/ 350 w 759"/>
              <a:gd name="T1" fmla="*/ 379 h 642"/>
              <a:gd name="T2" fmla="*/ 350 w 759"/>
              <a:gd name="T3" fmla="*/ 554 h 642"/>
              <a:gd name="T4" fmla="*/ 263 w 759"/>
              <a:gd name="T5" fmla="*/ 641 h 642"/>
              <a:gd name="T6" fmla="*/ 88 w 759"/>
              <a:gd name="T7" fmla="*/ 641 h 642"/>
              <a:gd name="T8" fmla="*/ 0 w 759"/>
              <a:gd name="T9" fmla="*/ 554 h 642"/>
              <a:gd name="T10" fmla="*/ 0 w 759"/>
              <a:gd name="T11" fmla="*/ 233 h 642"/>
              <a:gd name="T12" fmla="*/ 233 w 759"/>
              <a:gd name="T13" fmla="*/ 0 h 642"/>
              <a:gd name="T14" fmla="*/ 263 w 759"/>
              <a:gd name="T15" fmla="*/ 0 h 642"/>
              <a:gd name="T16" fmla="*/ 292 w 759"/>
              <a:gd name="T17" fmla="*/ 29 h 642"/>
              <a:gd name="T18" fmla="*/ 292 w 759"/>
              <a:gd name="T19" fmla="*/ 87 h 642"/>
              <a:gd name="T20" fmla="*/ 263 w 759"/>
              <a:gd name="T21" fmla="*/ 116 h 642"/>
              <a:gd name="T22" fmla="*/ 233 w 759"/>
              <a:gd name="T23" fmla="*/ 116 h 642"/>
              <a:gd name="T24" fmla="*/ 117 w 759"/>
              <a:gd name="T25" fmla="*/ 233 h 642"/>
              <a:gd name="T26" fmla="*/ 117 w 759"/>
              <a:gd name="T27" fmla="*/ 248 h 642"/>
              <a:gd name="T28" fmla="*/ 161 w 759"/>
              <a:gd name="T29" fmla="*/ 291 h 642"/>
              <a:gd name="T30" fmla="*/ 263 w 759"/>
              <a:gd name="T31" fmla="*/ 291 h 642"/>
              <a:gd name="T32" fmla="*/ 350 w 759"/>
              <a:gd name="T33" fmla="*/ 379 h 642"/>
              <a:gd name="T34" fmla="*/ 758 w 759"/>
              <a:gd name="T35" fmla="*/ 379 h 642"/>
              <a:gd name="T36" fmla="*/ 758 w 759"/>
              <a:gd name="T37" fmla="*/ 554 h 642"/>
              <a:gd name="T38" fmla="*/ 671 w 759"/>
              <a:gd name="T39" fmla="*/ 641 h 642"/>
              <a:gd name="T40" fmla="*/ 496 w 759"/>
              <a:gd name="T41" fmla="*/ 641 h 642"/>
              <a:gd name="T42" fmla="*/ 408 w 759"/>
              <a:gd name="T43" fmla="*/ 554 h 642"/>
              <a:gd name="T44" fmla="*/ 408 w 759"/>
              <a:gd name="T45" fmla="*/ 233 h 642"/>
              <a:gd name="T46" fmla="*/ 642 w 759"/>
              <a:gd name="T47" fmla="*/ 0 h 642"/>
              <a:gd name="T48" fmla="*/ 671 w 759"/>
              <a:gd name="T49" fmla="*/ 0 h 642"/>
              <a:gd name="T50" fmla="*/ 700 w 759"/>
              <a:gd name="T51" fmla="*/ 29 h 642"/>
              <a:gd name="T52" fmla="*/ 700 w 759"/>
              <a:gd name="T53" fmla="*/ 87 h 642"/>
              <a:gd name="T54" fmla="*/ 671 w 759"/>
              <a:gd name="T55" fmla="*/ 116 h 642"/>
              <a:gd name="T56" fmla="*/ 642 w 759"/>
              <a:gd name="T57" fmla="*/ 116 h 642"/>
              <a:gd name="T58" fmla="*/ 525 w 759"/>
              <a:gd name="T59" fmla="*/ 233 h 642"/>
              <a:gd name="T60" fmla="*/ 525 w 759"/>
              <a:gd name="T61" fmla="*/ 248 h 642"/>
              <a:gd name="T62" fmla="*/ 569 w 759"/>
              <a:gd name="T63" fmla="*/ 291 h 642"/>
              <a:gd name="T64" fmla="*/ 671 w 759"/>
              <a:gd name="T65" fmla="*/ 291 h 642"/>
              <a:gd name="T66" fmla="*/ 758 w 759"/>
              <a:gd name="T67" fmla="*/ 379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9" h="642">
                <a:moveTo>
                  <a:pt x="350" y="379"/>
                </a:moveTo>
                <a:lnTo>
                  <a:pt x="350" y="554"/>
                </a:lnTo>
                <a:cubicBezTo>
                  <a:pt x="350" y="602"/>
                  <a:pt x="311" y="641"/>
                  <a:pt x="263" y="641"/>
                </a:cubicBezTo>
                <a:lnTo>
                  <a:pt x="88" y="641"/>
                </a:lnTo>
                <a:cubicBezTo>
                  <a:pt x="39" y="641"/>
                  <a:pt x="0" y="602"/>
                  <a:pt x="0" y="554"/>
                </a:cubicBezTo>
                <a:lnTo>
                  <a:pt x="0" y="233"/>
                </a:lnTo>
                <a:cubicBezTo>
                  <a:pt x="0" y="105"/>
                  <a:pt x="105" y="0"/>
                  <a:pt x="233" y="0"/>
                </a:cubicBezTo>
                <a:lnTo>
                  <a:pt x="263" y="0"/>
                </a:lnTo>
                <a:cubicBezTo>
                  <a:pt x="279" y="0"/>
                  <a:pt x="292" y="13"/>
                  <a:pt x="292" y="29"/>
                </a:cubicBezTo>
                <a:lnTo>
                  <a:pt x="292" y="87"/>
                </a:lnTo>
                <a:cubicBezTo>
                  <a:pt x="292" y="103"/>
                  <a:pt x="279" y="116"/>
                  <a:pt x="263" y="116"/>
                </a:cubicBezTo>
                <a:lnTo>
                  <a:pt x="233" y="116"/>
                </a:lnTo>
                <a:cubicBezTo>
                  <a:pt x="169" y="116"/>
                  <a:pt x="117" y="169"/>
                  <a:pt x="117" y="233"/>
                </a:cubicBezTo>
                <a:lnTo>
                  <a:pt x="117" y="248"/>
                </a:lnTo>
                <a:cubicBezTo>
                  <a:pt x="117" y="272"/>
                  <a:pt x="136" y="291"/>
                  <a:pt x="161" y="291"/>
                </a:cubicBezTo>
                <a:lnTo>
                  <a:pt x="263" y="291"/>
                </a:lnTo>
                <a:cubicBezTo>
                  <a:pt x="311" y="291"/>
                  <a:pt x="350" y="330"/>
                  <a:pt x="350" y="379"/>
                </a:cubicBezTo>
                <a:close/>
                <a:moveTo>
                  <a:pt x="758" y="379"/>
                </a:moveTo>
                <a:lnTo>
                  <a:pt x="758" y="554"/>
                </a:lnTo>
                <a:cubicBezTo>
                  <a:pt x="758" y="602"/>
                  <a:pt x="719" y="641"/>
                  <a:pt x="671" y="641"/>
                </a:cubicBezTo>
                <a:lnTo>
                  <a:pt x="496" y="641"/>
                </a:lnTo>
                <a:cubicBezTo>
                  <a:pt x="447" y="641"/>
                  <a:pt x="408" y="602"/>
                  <a:pt x="408" y="554"/>
                </a:cubicBezTo>
                <a:lnTo>
                  <a:pt x="408" y="233"/>
                </a:lnTo>
                <a:cubicBezTo>
                  <a:pt x="408" y="105"/>
                  <a:pt x="513" y="0"/>
                  <a:pt x="642" y="0"/>
                </a:cubicBezTo>
                <a:lnTo>
                  <a:pt x="671" y="0"/>
                </a:lnTo>
                <a:cubicBezTo>
                  <a:pt x="687" y="0"/>
                  <a:pt x="700" y="13"/>
                  <a:pt x="700" y="29"/>
                </a:cubicBezTo>
                <a:lnTo>
                  <a:pt x="700" y="87"/>
                </a:lnTo>
                <a:cubicBezTo>
                  <a:pt x="700" y="103"/>
                  <a:pt x="687" y="116"/>
                  <a:pt x="671" y="116"/>
                </a:cubicBezTo>
                <a:lnTo>
                  <a:pt x="642" y="116"/>
                </a:lnTo>
                <a:cubicBezTo>
                  <a:pt x="577" y="116"/>
                  <a:pt x="525" y="169"/>
                  <a:pt x="525" y="233"/>
                </a:cubicBezTo>
                <a:lnTo>
                  <a:pt x="525" y="248"/>
                </a:lnTo>
                <a:cubicBezTo>
                  <a:pt x="525" y="272"/>
                  <a:pt x="545" y="291"/>
                  <a:pt x="569" y="291"/>
                </a:cubicBezTo>
                <a:lnTo>
                  <a:pt x="671" y="291"/>
                </a:lnTo>
                <a:cubicBezTo>
                  <a:pt x="719" y="291"/>
                  <a:pt x="758" y="330"/>
                  <a:pt x="758" y="379"/>
                </a:cubicBezTo>
                <a:close/>
              </a:path>
            </a:pathLst>
          </a:custGeom>
          <a:solidFill>
            <a:srgbClr val="69ACE5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marL="0" marR="0" lvl="0" indent="0" algn="l" defTabSz="3429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E2BC00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D569EA10-43E0-4BEE-B214-09F7B8A232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8633" y="2149100"/>
            <a:ext cx="2452748" cy="1361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EE55CF8-625E-4400-8F6B-ECBACA3EBA5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1430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796" y="285751"/>
            <a:ext cx="8584406" cy="457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8702" y="1056529"/>
            <a:ext cx="3019509" cy="3030441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416326" y="1543050"/>
            <a:ext cx="4253948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Quote">
            <a:extLst>
              <a:ext uri="{FF2B5EF4-FFF2-40B4-BE49-F238E27FC236}">
                <a16:creationId xmlns:a16="http://schemas.microsoft.com/office/drawing/2014/main" id="{5C8A66A0-BC82-4893-917E-EB5E32A0EF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0255" y="1925782"/>
            <a:ext cx="3308447" cy="1330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5670273" y="1543050"/>
            <a:ext cx="2057400" cy="20574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0877" y="360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3785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Quote and Imag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796" y="285751"/>
            <a:ext cx="8584406" cy="45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8702" y="1056529"/>
            <a:ext cx="3019509" cy="3030441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416326" y="1543050"/>
            <a:ext cx="4253948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BBB9D83B-3882-2ADE-7C8F-1051300807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0255" y="1925782"/>
            <a:ext cx="3308447" cy="1330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5670273" y="1543050"/>
            <a:ext cx="2057400" cy="20574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0877" y="360737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4126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AE8B6D00-0CE5-4F77-A502-4776F085A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D77B7E-D676-4430-9251-20A93BF45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1955E-A65C-4E31-A691-13A70FEE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479986"/>
            <a:ext cx="9144000" cy="2693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13" name="Picture 1">
            <a:extLst>
              <a:ext uri="{FF2B5EF4-FFF2-40B4-BE49-F238E27FC236}">
                <a16:creationId xmlns:a16="http://schemas.microsoft.com/office/drawing/2014/main" id="{3EF03DDC-6633-494B-9776-488C6BEEF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533919" y="155929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8" name="Picture 1 Citation">
            <a:extLst>
              <a:ext uri="{FF2B5EF4-FFF2-40B4-BE49-F238E27FC236}">
                <a16:creationId xmlns:a16="http://schemas.microsoft.com/office/drawing/2014/main" id="{23EDEA9D-6619-4636-9D0C-708BA2E0C9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163" y="3239365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4A0E21E2-0D13-441F-82DA-7A39FD0CFA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7750" y="358399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rgbClr val="69ACE5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1125">
              <a:buClr>
                <a:schemeClr val="bg2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  <a:lvl3pPr marL="914400" indent="-228600"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2E4C83EF-E5C1-438E-8B2B-8E1C2D8A34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auto">
          <a:xfrm>
            <a:off x="2683807" y="157401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Picture 2 Citation">
            <a:extLst>
              <a:ext uri="{FF2B5EF4-FFF2-40B4-BE49-F238E27FC236}">
                <a16:creationId xmlns:a16="http://schemas.microsoft.com/office/drawing/2014/main" id="{A0086350-D8A5-4130-8619-AE16BACE4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12135" y="3245850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1" name="Bullet 2">
            <a:extLst>
              <a:ext uri="{FF2B5EF4-FFF2-40B4-BE49-F238E27FC236}">
                <a16:creationId xmlns:a16="http://schemas.microsoft.com/office/drawing/2014/main" id="{D54FA790-8A27-4C02-86E4-F475F67FD4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83807" y="359871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rgbClr val="69ACE5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1125">
              <a:buClr>
                <a:schemeClr val="bg2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Picture 3">
            <a:extLst>
              <a:ext uri="{FF2B5EF4-FFF2-40B4-BE49-F238E27FC236}">
                <a16:creationId xmlns:a16="http://schemas.microsoft.com/office/drawing/2014/main" id="{A351FD4D-8E7A-4EB5-B689-26D5EE8CBD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auto">
          <a:xfrm>
            <a:off x="4796130" y="157401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Picture 3 Citation">
            <a:extLst>
              <a:ext uri="{FF2B5EF4-FFF2-40B4-BE49-F238E27FC236}">
                <a16:creationId xmlns:a16="http://schemas.microsoft.com/office/drawing/2014/main" id="{D6D743B7-EFB0-47FD-A3B0-8348B7AE46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6374" y="3243516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2" name="Bullet 3">
            <a:extLst>
              <a:ext uri="{FF2B5EF4-FFF2-40B4-BE49-F238E27FC236}">
                <a16:creationId xmlns:a16="http://schemas.microsoft.com/office/drawing/2014/main" id="{7E7E2D7E-6AA9-45C1-862B-20DD141626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63" y="3598717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rgbClr val="69ACE5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Picture 4">
            <a:extLst>
              <a:ext uri="{FF2B5EF4-FFF2-40B4-BE49-F238E27FC236}">
                <a16:creationId xmlns:a16="http://schemas.microsoft.com/office/drawing/2014/main" id="{D8648803-C884-4BE6-8CD5-BC3B1F2680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6933252" y="1559292"/>
            <a:ext cx="1687285" cy="1665353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Picture 4 Citation">
            <a:extLst>
              <a:ext uri="{FF2B5EF4-FFF2-40B4-BE49-F238E27FC236}">
                <a16:creationId xmlns:a16="http://schemas.microsoft.com/office/drawing/2014/main" id="{CCE9FB30-9A0B-481A-8316-DA7750A5B6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3496" y="3229986"/>
            <a:ext cx="1426796" cy="20005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3" name="Bullet 4">
            <a:extLst>
              <a:ext uri="{FF2B5EF4-FFF2-40B4-BE49-F238E27FC236}">
                <a16:creationId xmlns:a16="http://schemas.microsoft.com/office/drawing/2014/main" id="{D7971259-2CFF-43DE-B8EF-1B4A73DC88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35168" y="3583996"/>
            <a:ext cx="1683452" cy="1142999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>
              <a:buClr>
                <a:srgbClr val="69ACE5"/>
              </a:buClr>
              <a:buFont typeface="Wingdings" panose="05000000000000000000" pitchFamily="2" charset="2"/>
              <a:buChar char="§"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D7320757-0FB4-4CE4-B232-73364EDF6C68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8007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Callout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534" y="1600200"/>
            <a:ext cx="1943100" cy="19431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3886" y="1775113"/>
            <a:ext cx="5162914" cy="1593273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rgbClr val="092C74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291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all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534" y="1600200"/>
            <a:ext cx="1943100" cy="19431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400" b="0" i="0" u="none" strike="noStrike" kern="120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8E1854F-D5F6-E1AA-D165-D5CB9676C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3886" y="1775113"/>
            <a:ext cx="5162914" cy="1593273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92C74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92C74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533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2059686"/>
            <a:ext cx="6400800" cy="1024128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400800"/>
                      <a:gd name="connsiteY0" fmla="*/ 0 h 1024128"/>
                      <a:gd name="connsiteX1" fmla="*/ 448056 w 6400800"/>
                      <a:gd name="connsiteY1" fmla="*/ 0 h 1024128"/>
                      <a:gd name="connsiteX2" fmla="*/ 1216152 w 6400800"/>
                      <a:gd name="connsiteY2" fmla="*/ 0 h 1024128"/>
                      <a:gd name="connsiteX3" fmla="*/ 1920240 w 6400800"/>
                      <a:gd name="connsiteY3" fmla="*/ 0 h 1024128"/>
                      <a:gd name="connsiteX4" fmla="*/ 2368296 w 6400800"/>
                      <a:gd name="connsiteY4" fmla="*/ 0 h 1024128"/>
                      <a:gd name="connsiteX5" fmla="*/ 2944368 w 6400800"/>
                      <a:gd name="connsiteY5" fmla="*/ 0 h 1024128"/>
                      <a:gd name="connsiteX6" fmla="*/ 3712464 w 6400800"/>
                      <a:gd name="connsiteY6" fmla="*/ 0 h 1024128"/>
                      <a:gd name="connsiteX7" fmla="*/ 4352544 w 6400800"/>
                      <a:gd name="connsiteY7" fmla="*/ 0 h 1024128"/>
                      <a:gd name="connsiteX8" fmla="*/ 5056632 w 6400800"/>
                      <a:gd name="connsiteY8" fmla="*/ 0 h 1024128"/>
                      <a:gd name="connsiteX9" fmla="*/ 5632704 w 6400800"/>
                      <a:gd name="connsiteY9" fmla="*/ 0 h 1024128"/>
                      <a:gd name="connsiteX10" fmla="*/ 6400800 w 6400800"/>
                      <a:gd name="connsiteY10" fmla="*/ 0 h 1024128"/>
                      <a:gd name="connsiteX11" fmla="*/ 6400800 w 6400800"/>
                      <a:gd name="connsiteY11" fmla="*/ 532547 h 1024128"/>
                      <a:gd name="connsiteX12" fmla="*/ 6400800 w 6400800"/>
                      <a:gd name="connsiteY12" fmla="*/ 1024128 h 1024128"/>
                      <a:gd name="connsiteX13" fmla="*/ 5952744 w 6400800"/>
                      <a:gd name="connsiteY13" fmla="*/ 1024128 h 1024128"/>
                      <a:gd name="connsiteX14" fmla="*/ 5504688 w 6400800"/>
                      <a:gd name="connsiteY14" fmla="*/ 1024128 h 1024128"/>
                      <a:gd name="connsiteX15" fmla="*/ 4800600 w 6400800"/>
                      <a:gd name="connsiteY15" fmla="*/ 1024128 h 1024128"/>
                      <a:gd name="connsiteX16" fmla="*/ 4352544 w 6400800"/>
                      <a:gd name="connsiteY16" fmla="*/ 1024128 h 1024128"/>
                      <a:gd name="connsiteX17" fmla="*/ 3712464 w 6400800"/>
                      <a:gd name="connsiteY17" fmla="*/ 1024128 h 1024128"/>
                      <a:gd name="connsiteX18" fmla="*/ 3200400 w 6400800"/>
                      <a:gd name="connsiteY18" fmla="*/ 1024128 h 1024128"/>
                      <a:gd name="connsiteX19" fmla="*/ 2560320 w 6400800"/>
                      <a:gd name="connsiteY19" fmla="*/ 1024128 h 1024128"/>
                      <a:gd name="connsiteX20" fmla="*/ 1920240 w 6400800"/>
                      <a:gd name="connsiteY20" fmla="*/ 1024128 h 1024128"/>
                      <a:gd name="connsiteX21" fmla="*/ 1280160 w 6400800"/>
                      <a:gd name="connsiteY21" fmla="*/ 1024128 h 1024128"/>
                      <a:gd name="connsiteX22" fmla="*/ 640080 w 6400800"/>
                      <a:gd name="connsiteY22" fmla="*/ 1024128 h 1024128"/>
                      <a:gd name="connsiteX23" fmla="*/ 0 w 6400800"/>
                      <a:gd name="connsiteY23" fmla="*/ 1024128 h 1024128"/>
                      <a:gd name="connsiteX24" fmla="*/ 0 w 6400800"/>
                      <a:gd name="connsiteY24" fmla="*/ 501823 h 1024128"/>
                      <a:gd name="connsiteX25" fmla="*/ 0 w 6400800"/>
                      <a:gd name="connsiteY25" fmla="*/ 0 h 1024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400800" h="1024128" fill="none" extrusionOk="0">
                        <a:moveTo>
                          <a:pt x="0" y="0"/>
                        </a:moveTo>
                        <a:cubicBezTo>
                          <a:pt x="114003" y="2240"/>
                          <a:pt x="334853" y="8483"/>
                          <a:pt x="448056" y="0"/>
                        </a:cubicBezTo>
                        <a:cubicBezTo>
                          <a:pt x="561259" y="-8483"/>
                          <a:pt x="898673" y="32867"/>
                          <a:pt x="1216152" y="0"/>
                        </a:cubicBezTo>
                        <a:cubicBezTo>
                          <a:pt x="1533631" y="-32867"/>
                          <a:pt x="1777884" y="21873"/>
                          <a:pt x="1920240" y="0"/>
                        </a:cubicBezTo>
                        <a:cubicBezTo>
                          <a:pt x="2062596" y="-21873"/>
                          <a:pt x="2221069" y="21062"/>
                          <a:pt x="2368296" y="0"/>
                        </a:cubicBezTo>
                        <a:cubicBezTo>
                          <a:pt x="2515523" y="-21062"/>
                          <a:pt x="2687131" y="-25525"/>
                          <a:pt x="2944368" y="0"/>
                        </a:cubicBezTo>
                        <a:cubicBezTo>
                          <a:pt x="3201605" y="25525"/>
                          <a:pt x="3525093" y="-23965"/>
                          <a:pt x="3712464" y="0"/>
                        </a:cubicBezTo>
                        <a:cubicBezTo>
                          <a:pt x="3899835" y="23965"/>
                          <a:pt x="4160557" y="-24896"/>
                          <a:pt x="4352544" y="0"/>
                        </a:cubicBezTo>
                        <a:cubicBezTo>
                          <a:pt x="4544531" y="24896"/>
                          <a:pt x="4867664" y="-32301"/>
                          <a:pt x="5056632" y="0"/>
                        </a:cubicBezTo>
                        <a:cubicBezTo>
                          <a:pt x="5245600" y="32301"/>
                          <a:pt x="5477915" y="3001"/>
                          <a:pt x="5632704" y="0"/>
                        </a:cubicBezTo>
                        <a:cubicBezTo>
                          <a:pt x="5787493" y="-3001"/>
                          <a:pt x="6237857" y="22197"/>
                          <a:pt x="6400800" y="0"/>
                        </a:cubicBezTo>
                        <a:cubicBezTo>
                          <a:pt x="6396578" y="133146"/>
                          <a:pt x="6403251" y="296148"/>
                          <a:pt x="6400800" y="532547"/>
                        </a:cubicBezTo>
                        <a:cubicBezTo>
                          <a:pt x="6398349" y="768946"/>
                          <a:pt x="6381196" y="898683"/>
                          <a:pt x="6400800" y="1024128"/>
                        </a:cubicBezTo>
                        <a:cubicBezTo>
                          <a:pt x="6268239" y="1024008"/>
                          <a:pt x="6143268" y="1010020"/>
                          <a:pt x="5952744" y="1024128"/>
                        </a:cubicBezTo>
                        <a:cubicBezTo>
                          <a:pt x="5762220" y="1038236"/>
                          <a:pt x="5643066" y="1008549"/>
                          <a:pt x="5504688" y="1024128"/>
                        </a:cubicBezTo>
                        <a:cubicBezTo>
                          <a:pt x="5366310" y="1039707"/>
                          <a:pt x="5106931" y="1022226"/>
                          <a:pt x="4800600" y="1024128"/>
                        </a:cubicBezTo>
                        <a:cubicBezTo>
                          <a:pt x="4494269" y="1026030"/>
                          <a:pt x="4548652" y="1032944"/>
                          <a:pt x="4352544" y="1024128"/>
                        </a:cubicBezTo>
                        <a:cubicBezTo>
                          <a:pt x="4156436" y="1015312"/>
                          <a:pt x="3931114" y="1004365"/>
                          <a:pt x="3712464" y="1024128"/>
                        </a:cubicBezTo>
                        <a:cubicBezTo>
                          <a:pt x="3493814" y="1043891"/>
                          <a:pt x="3437052" y="1026545"/>
                          <a:pt x="3200400" y="1024128"/>
                        </a:cubicBezTo>
                        <a:cubicBezTo>
                          <a:pt x="2963748" y="1021711"/>
                          <a:pt x="2864624" y="1004544"/>
                          <a:pt x="2560320" y="1024128"/>
                        </a:cubicBezTo>
                        <a:cubicBezTo>
                          <a:pt x="2256016" y="1043712"/>
                          <a:pt x="2229375" y="1000575"/>
                          <a:pt x="1920240" y="1024128"/>
                        </a:cubicBezTo>
                        <a:cubicBezTo>
                          <a:pt x="1611105" y="1047681"/>
                          <a:pt x="1448612" y="1019113"/>
                          <a:pt x="1280160" y="1024128"/>
                        </a:cubicBezTo>
                        <a:cubicBezTo>
                          <a:pt x="1111708" y="1029143"/>
                          <a:pt x="922508" y="1019914"/>
                          <a:pt x="640080" y="1024128"/>
                        </a:cubicBezTo>
                        <a:cubicBezTo>
                          <a:pt x="357652" y="1028342"/>
                          <a:pt x="253574" y="1044160"/>
                          <a:pt x="0" y="1024128"/>
                        </a:cubicBezTo>
                        <a:cubicBezTo>
                          <a:pt x="-2269" y="848950"/>
                          <a:pt x="14764" y="685118"/>
                          <a:pt x="0" y="501823"/>
                        </a:cubicBezTo>
                        <a:cubicBezTo>
                          <a:pt x="-14764" y="318529"/>
                          <a:pt x="23002" y="223198"/>
                          <a:pt x="0" y="0"/>
                        </a:cubicBezTo>
                        <a:close/>
                      </a:path>
                      <a:path w="6400800" h="1024128" stroke="0" extrusionOk="0">
                        <a:moveTo>
                          <a:pt x="0" y="0"/>
                        </a:moveTo>
                        <a:cubicBezTo>
                          <a:pt x="257510" y="5952"/>
                          <a:pt x="323222" y="-23013"/>
                          <a:pt x="576072" y="0"/>
                        </a:cubicBezTo>
                        <a:cubicBezTo>
                          <a:pt x="828922" y="23013"/>
                          <a:pt x="906989" y="-3764"/>
                          <a:pt x="1024128" y="0"/>
                        </a:cubicBezTo>
                        <a:cubicBezTo>
                          <a:pt x="1141267" y="3764"/>
                          <a:pt x="1608844" y="14506"/>
                          <a:pt x="1792224" y="0"/>
                        </a:cubicBezTo>
                        <a:cubicBezTo>
                          <a:pt x="1975604" y="-14506"/>
                          <a:pt x="2125923" y="3677"/>
                          <a:pt x="2368296" y="0"/>
                        </a:cubicBezTo>
                        <a:cubicBezTo>
                          <a:pt x="2610669" y="-3677"/>
                          <a:pt x="2825109" y="26561"/>
                          <a:pt x="2944368" y="0"/>
                        </a:cubicBezTo>
                        <a:cubicBezTo>
                          <a:pt x="3063627" y="-26561"/>
                          <a:pt x="3353138" y="-4308"/>
                          <a:pt x="3712464" y="0"/>
                        </a:cubicBezTo>
                        <a:cubicBezTo>
                          <a:pt x="4071790" y="4308"/>
                          <a:pt x="4009888" y="23758"/>
                          <a:pt x="4224528" y="0"/>
                        </a:cubicBezTo>
                        <a:cubicBezTo>
                          <a:pt x="4439168" y="-23758"/>
                          <a:pt x="4697605" y="-12830"/>
                          <a:pt x="4992624" y="0"/>
                        </a:cubicBezTo>
                        <a:cubicBezTo>
                          <a:pt x="5287643" y="12830"/>
                          <a:pt x="5398489" y="34515"/>
                          <a:pt x="5760720" y="0"/>
                        </a:cubicBezTo>
                        <a:cubicBezTo>
                          <a:pt x="6122951" y="-34515"/>
                          <a:pt x="6246735" y="28921"/>
                          <a:pt x="6400800" y="0"/>
                        </a:cubicBezTo>
                        <a:cubicBezTo>
                          <a:pt x="6379169" y="250330"/>
                          <a:pt x="6388764" y="374694"/>
                          <a:pt x="6400800" y="532547"/>
                        </a:cubicBezTo>
                        <a:cubicBezTo>
                          <a:pt x="6412836" y="690400"/>
                          <a:pt x="6398280" y="916356"/>
                          <a:pt x="6400800" y="1024128"/>
                        </a:cubicBezTo>
                        <a:cubicBezTo>
                          <a:pt x="6284915" y="1021275"/>
                          <a:pt x="6077492" y="1042253"/>
                          <a:pt x="5952744" y="1024128"/>
                        </a:cubicBezTo>
                        <a:cubicBezTo>
                          <a:pt x="5827996" y="1006003"/>
                          <a:pt x="5563410" y="1037273"/>
                          <a:pt x="5184648" y="1024128"/>
                        </a:cubicBezTo>
                        <a:cubicBezTo>
                          <a:pt x="4805886" y="1010983"/>
                          <a:pt x="4901458" y="1045731"/>
                          <a:pt x="4672584" y="1024128"/>
                        </a:cubicBezTo>
                        <a:cubicBezTo>
                          <a:pt x="4443710" y="1002525"/>
                          <a:pt x="4282734" y="1016145"/>
                          <a:pt x="4032504" y="1024128"/>
                        </a:cubicBezTo>
                        <a:cubicBezTo>
                          <a:pt x="3782274" y="1032111"/>
                          <a:pt x="3608184" y="1005870"/>
                          <a:pt x="3264408" y="1024128"/>
                        </a:cubicBezTo>
                        <a:cubicBezTo>
                          <a:pt x="2920632" y="1042386"/>
                          <a:pt x="2836861" y="997002"/>
                          <a:pt x="2624328" y="1024128"/>
                        </a:cubicBezTo>
                        <a:cubicBezTo>
                          <a:pt x="2411795" y="1051254"/>
                          <a:pt x="2380197" y="1041522"/>
                          <a:pt x="2176272" y="1024128"/>
                        </a:cubicBezTo>
                        <a:cubicBezTo>
                          <a:pt x="1972347" y="1006734"/>
                          <a:pt x="1811281" y="1033774"/>
                          <a:pt x="1664208" y="1024128"/>
                        </a:cubicBezTo>
                        <a:cubicBezTo>
                          <a:pt x="1517135" y="1014482"/>
                          <a:pt x="1095838" y="1045874"/>
                          <a:pt x="896112" y="1024128"/>
                        </a:cubicBezTo>
                        <a:cubicBezTo>
                          <a:pt x="696386" y="1002382"/>
                          <a:pt x="368294" y="1032078"/>
                          <a:pt x="0" y="1024128"/>
                        </a:cubicBezTo>
                        <a:cubicBezTo>
                          <a:pt x="11432" y="882552"/>
                          <a:pt x="17460" y="773110"/>
                          <a:pt x="0" y="532547"/>
                        </a:cubicBezTo>
                        <a:cubicBezTo>
                          <a:pt x="-17460" y="291984"/>
                          <a:pt x="-24626" y="19526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C484E3-124A-47D6-8B12-3738DF80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4753" y="1822294"/>
            <a:ext cx="474784" cy="474784"/>
            <a:chOff x="1503190" y="2206870"/>
            <a:chExt cx="633045" cy="63304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047BEA-0185-4428-83CD-C2CCF102C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3419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B4A0406-8E88-4181-A084-F1E09631C2E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19713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41340-23BB-4726-9CB7-A4F56882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547978" y="2846422"/>
            <a:ext cx="474784" cy="474784"/>
            <a:chOff x="1511836" y="2206870"/>
            <a:chExt cx="633045" cy="63304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46C6C1-5E6D-4844-89AC-AE75A1281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1884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3B8023-386E-4231-9B54-4F983B4E81D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28359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Page Number">
            <a:extLst>
              <a:ext uri="{FF2B5EF4-FFF2-40B4-BE49-F238E27FC236}">
                <a16:creationId xmlns:a16="http://schemas.microsoft.com/office/drawing/2014/main" id="{EE4A65FC-086F-464B-8207-2570400E7A4A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0B81A465-587E-44B8-B00B-02F8C200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71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A9969320-F42D-4BA1-8841-D6ABE618C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6897" y="1416362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76897" y="1742835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6897" y="2788039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76897" y="2465012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76897" y="3513663"/>
            <a:ext cx="6942438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76897" y="3836691"/>
            <a:ext cx="6942438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FDDCEC8F-2C58-466A-B78D-B21B7AC0B1B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53D41192-9C77-467F-9EF0-3D499A093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tem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FD5D22EA-DA0F-4003-95BD-68EF68F10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6897" y="1416362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76897" y="1742835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76897" y="2465012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6897" y="2801009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76897" y="3513663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76897" y="3849661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0" name="Item 4 Title">
            <a:extLst>
              <a:ext uri="{FF2B5EF4-FFF2-40B4-BE49-F238E27FC236}">
                <a16:creationId xmlns:a16="http://schemas.microsoft.com/office/drawing/2014/main" id="{6C648141-3B1A-4A5B-A08A-B937DA82B3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24232" y="1416361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A46F24BA-C9D1-4501-95F5-C0354BAA510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24232" y="1742834"/>
            <a:ext cx="2895103" cy="548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2" name="Item 5 Title">
            <a:extLst>
              <a:ext uri="{FF2B5EF4-FFF2-40B4-BE49-F238E27FC236}">
                <a16:creationId xmlns:a16="http://schemas.microsoft.com/office/drawing/2014/main" id="{199E24F4-ADFC-407D-A87C-57876863862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24232" y="2465011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3" name="Item 5 Text">
            <a:extLst>
              <a:ext uri="{FF2B5EF4-FFF2-40B4-BE49-F238E27FC236}">
                <a16:creationId xmlns:a16="http://schemas.microsoft.com/office/drawing/2014/main" id="{06BC9547-5CA5-4871-A52E-478C55785D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24232" y="2801009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4" name="Item 6 Title">
            <a:extLst>
              <a:ext uri="{FF2B5EF4-FFF2-40B4-BE49-F238E27FC236}">
                <a16:creationId xmlns:a16="http://schemas.microsoft.com/office/drawing/2014/main" id="{64F76CE0-35A5-4304-920D-2B9471C0FBD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24232" y="3518014"/>
            <a:ext cx="2895103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5" name="Item 6 Text">
            <a:extLst>
              <a:ext uri="{FF2B5EF4-FFF2-40B4-BE49-F238E27FC236}">
                <a16:creationId xmlns:a16="http://schemas.microsoft.com/office/drawing/2014/main" id="{DD69F438-DA31-4E08-BF66-576904C065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24232" y="3844485"/>
            <a:ext cx="2895103" cy="548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9F557C48-BE62-4248-9796-19772B87DE87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6CB826C5-83CA-46C3-BD25-55E75A1E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2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7AA35A02-5774-42F0-A1FA-B29AFC502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7"/>
            <a:ext cx="8085415" cy="857543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1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4034" y="1411274"/>
            <a:ext cx="2670292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2244604"/>
            <a:ext cx="3587995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19675" y="1407603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43601" y="1411274"/>
            <a:ext cx="2664068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9675" y="2244604"/>
            <a:ext cx="3587995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7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95453A6-EC5B-4B81-81A5-76D3459C4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1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4034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22948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0650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22948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566" y="1411274"/>
            <a:ext cx="778180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9" name="Item 3 Title">
            <a:extLst>
              <a:ext uri="{FF2B5EF4-FFF2-40B4-BE49-F238E27FC236}">
                <a16:creationId xmlns:a16="http://schemas.microsoft.com/office/drawing/2014/main" id="{6B8167EF-94E2-4549-81E1-E9702B15C1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7269" y="1411274"/>
            <a:ext cx="1580401" cy="5091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9566" y="2244604"/>
            <a:ext cx="2498103" cy="231787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86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562DE9AC-3143-4C46-8BEE-302ABA5A6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330" y="1463046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0" y="1932709"/>
            <a:ext cx="1817849" cy="2597193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rgbClr val="69ACE5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14968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14968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chemeClr val="tx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93606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3606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rgbClr val="69ACE5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89823" y="1447994"/>
            <a:ext cx="181784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89823" y="1932709"/>
            <a:ext cx="1817849" cy="2582141"/>
          </a:xfrm>
          <a:prstGeom prst="rect">
            <a:avLst/>
          </a:prstGeom>
        </p:spPr>
        <p:txBody>
          <a:bodyPr>
            <a:noAutofit/>
          </a:bodyPr>
          <a:lstStyle>
            <a:lvl1pPr marL="117475" indent="-117475" algn="l">
              <a:buClr>
                <a:schemeClr val="tx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92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8B841-262A-4B03-B51F-86A89C000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22279"/>
            <a:ext cx="9144000" cy="27432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2B397-6BB2-4E5C-A669-F186A3D52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4AD5310A-E63C-46AA-841F-B738FFBFC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Item 1 Title">
            <a:extLst>
              <a:ext uri="{FF2B5EF4-FFF2-40B4-BE49-F238E27FC236}">
                <a16:creationId xmlns:a16="http://schemas.microsoft.com/office/drawing/2014/main" id="{5CE35401-0622-4F68-B52B-0F9A26D1D1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2988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19" name="Item 1 Text">
            <a:extLst>
              <a:ext uri="{FF2B5EF4-FFF2-40B4-BE49-F238E27FC236}">
                <a16:creationId xmlns:a16="http://schemas.microsoft.com/office/drawing/2014/main" id="{719B202F-5339-48FA-88EA-2887B53BB1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988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0" name="Item 2 Title">
            <a:extLst>
              <a:ext uri="{FF2B5EF4-FFF2-40B4-BE49-F238E27FC236}">
                <a16:creationId xmlns:a16="http://schemas.microsoft.com/office/drawing/2014/main" id="{155CFADC-A293-4DC1-B7C0-7F7CAF86E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25730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1" name="Item 2 Text">
            <a:extLst>
              <a:ext uri="{FF2B5EF4-FFF2-40B4-BE49-F238E27FC236}">
                <a16:creationId xmlns:a16="http://schemas.microsoft.com/office/drawing/2014/main" id="{9BA58F50-BBFB-4D8E-971B-70C7E6E2E1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25729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Item 3 Title">
            <a:extLst>
              <a:ext uri="{FF2B5EF4-FFF2-40B4-BE49-F238E27FC236}">
                <a16:creationId xmlns:a16="http://schemas.microsoft.com/office/drawing/2014/main" id="{C2583F76-A149-4B1E-B2E1-E81708D7BA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8014" y="2118249"/>
            <a:ext cx="2101790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3" name="Item 3 Text">
            <a:extLst>
              <a:ext uri="{FF2B5EF4-FFF2-40B4-BE49-F238E27FC236}">
                <a16:creationId xmlns:a16="http://schemas.microsoft.com/office/drawing/2014/main" id="{183F46EB-750F-4011-9A50-C39EEC86CF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8014" y="2498938"/>
            <a:ext cx="2101791" cy="1149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97A8C763-37D1-4725-B3D2-FC0A67A964F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2EF39E04-01D7-4A82-82EA-2710EF2F1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7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314DC-C137-41F8-98CE-32A5569A3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41763441-4DFB-415A-8FDD-F25000B42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7" y="212651"/>
            <a:ext cx="3706784" cy="86846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7E358B-7B56-4BC0-B6CA-543BB3564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480" y="1083327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Picture"/>
          <p:cNvSpPr>
            <a:spLocks noGrp="1"/>
          </p:cNvSpPr>
          <p:nvPr>
            <p:ph type="pic" sz="quarter" idx="1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90C07639-CECF-46C2-ADBD-7DAC7ABB98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45204" y="4907946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5A2FFEA5-78D4-4F42-8199-3E026DEC8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4656" y="1428826"/>
            <a:ext cx="2631564" cy="320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227AE2F4-71EB-4595-8BFD-8A2BBCA8FB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4656" y="176213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itle">
            <a:extLst>
              <a:ext uri="{FF2B5EF4-FFF2-40B4-BE49-F238E27FC236}">
                <a16:creationId xmlns:a16="http://schemas.microsoft.com/office/drawing/2014/main" id="{345A8F90-2745-42D6-A5DD-A6FA8552EB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4656" y="2322869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9" name="Item 2 Text">
            <a:extLst>
              <a:ext uri="{FF2B5EF4-FFF2-40B4-BE49-F238E27FC236}">
                <a16:creationId xmlns:a16="http://schemas.microsoft.com/office/drawing/2014/main" id="{1AD0D53E-20B9-43F3-ADFF-9C23B04A85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4656" y="2658089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1" name="Item 3 Title">
            <a:extLst>
              <a:ext uri="{FF2B5EF4-FFF2-40B4-BE49-F238E27FC236}">
                <a16:creationId xmlns:a16="http://schemas.microsoft.com/office/drawing/2014/main" id="{0E415360-5B51-466C-A6F2-E55A2B6F08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656" y="3238702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D3612866-9A4B-4847-A6D5-8268D9C4E0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656" y="357946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3" name="Item 4 Title">
            <a:extLst>
              <a:ext uri="{FF2B5EF4-FFF2-40B4-BE49-F238E27FC236}">
                <a16:creationId xmlns:a16="http://schemas.microsoft.com/office/drawing/2014/main" id="{3F85E08E-3D8F-4BCA-8B02-B5D69C061E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656" y="4153894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44" name="Item 4 Text">
            <a:extLst>
              <a:ext uri="{FF2B5EF4-FFF2-40B4-BE49-F238E27FC236}">
                <a16:creationId xmlns:a16="http://schemas.microsoft.com/office/drawing/2014/main" id="{C1F16FCB-5383-489D-9570-344080E60E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656" y="4475797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AE809D-936A-4237-B462-A8B146A6C789}"/>
              </a:ext>
            </a:extLst>
          </p:cNvPr>
          <p:cNvSpPr txBox="1"/>
          <p:nvPr userDrawn="1"/>
        </p:nvSpPr>
        <p:spPr>
          <a:xfrm>
            <a:off x="7891462" y="4735116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537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 - Light Blue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2286680-84B1-468A-8675-164CE4393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0016" y="212650"/>
            <a:ext cx="3706784" cy="869809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51435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uk-UA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13223670-BBEB-4361-8EA3-4E1A5435EE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0" y="4860169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>
                <a:solidFill>
                  <a:schemeClr val="bg1"/>
                </a:solidFill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BB1EC0-18D2-43C4-9328-501A6434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47488" y="1083767"/>
            <a:ext cx="778180" cy="10334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0" name="Item 1 Title">
            <a:extLst>
              <a:ext uri="{FF2B5EF4-FFF2-40B4-BE49-F238E27FC236}">
                <a16:creationId xmlns:a16="http://schemas.microsoft.com/office/drawing/2014/main" id="{BF4C2CE7-8EAB-4C95-B1DF-56077F3C7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00906" y="1428826"/>
            <a:ext cx="2631564" cy="320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1" name="Item 1 Text">
            <a:extLst>
              <a:ext uri="{FF2B5EF4-FFF2-40B4-BE49-F238E27FC236}">
                <a16:creationId xmlns:a16="http://schemas.microsoft.com/office/drawing/2014/main" id="{E625F40A-7E88-4825-BA8B-6E8F98F70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0906" y="176213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2" name="Item 2 Title">
            <a:extLst>
              <a:ext uri="{FF2B5EF4-FFF2-40B4-BE49-F238E27FC236}">
                <a16:creationId xmlns:a16="http://schemas.microsoft.com/office/drawing/2014/main" id="{EAF7F9B1-5558-4A7E-91C6-7DB8DC4B3E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0906" y="2322869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3" name="Item 2 Text">
            <a:extLst>
              <a:ext uri="{FF2B5EF4-FFF2-40B4-BE49-F238E27FC236}">
                <a16:creationId xmlns:a16="http://schemas.microsoft.com/office/drawing/2014/main" id="{8A58E8F1-F71E-4337-A348-930BBBE80E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0906" y="2658089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3 Title">
            <a:extLst>
              <a:ext uri="{FF2B5EF4-FFF2-40B4-BE49-F238E27FC236}">
                <a16:creationId xmlns:a16="http://schemas.microsoft.com/office/drawing/2014/main" id="{B7ACD949-03A3-43F6-ACE5-5D98460782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00906" y="3238702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35" name="Item 3 Text">
            <a:extLst>
              <a:ext uri="{FF2B5EF4-FFF2-40B4-BE49-F238E27FC236}">
                <a16:creationId xmlns:a16="http://schemas.microsoft.com/office/drawing/2014/main" id="{10259CDC-B4C8-4DEE-9798-0066E12E95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00906" y="3579468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4 Title">
            <a:extLst>
              <a:ext uri="{FF2B5EF4-FFF2-40B4-BE49-F238E27FC236}">
                <a16:creationId xmlns:a16="http://schemas.microsoft.com/office/drawing/2014/main" id="{12305E31-24E6-4A77-886F-5014FEE173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0906" y="4153894"/>
            <a:ext cx="2631564" cy="32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37" name="Item 4 Text">
            <a:extLst>
              <a:ext uri="{FF2B5EF4-FFF2-40B4-BE49-F238E27FC236}">
                <a16:creationId xmlns:a16="http://schemas.microsoft.com/office/drawing/2014/main" id="{FDA9282E-D47F-4C92-9C94-945CC2D37A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0906" y="4475797"/>
            <a:ext cx="2631564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1EFCF2D6-1B7A-475C-8D39-C1DC70050108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rgbClr val="092C74"/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95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FC4CE32-48E2-3B4B-A344-FA1B60CC3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19" y="1261872"/>
            <a:ext cx="3587994" cy="447091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919" y="1826115"/>
            <a:ext cx="3587995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17263" y="1261872"/>
            <a:ext cx="3587994" cy="447091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1339" y="1826115"/>
            <a:ext cx="3587995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69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B452B98A-49AE-D745-88D4-EBD54A1A3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330" y="1262354"/>
            <a:ext cx="2498103" cy="437306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1" y="1820193"/>
            <a:ext cx="2498103" cy="28630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22947" y="1262354"/>
            <a:ext cx="2498103" cy="437306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22948" y="1820193"/>
            <a:ext cx="2498103" cy="28630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565" y="1262354"/>
            <a:ext cx="2498103" cy="437306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9566" y="1820193"/>
            <a:ext cx="2498103" cy="2863083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83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E5F8C0C4-F46E-7C48-AC3A-8898F331F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330" y="1261872"/>
            <a:ext cx="1817849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330" y="1819656"/>
            <a:ext cx="1817849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69ACE5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14968" y="1261872"/>
            <a:ext cx="1817849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14968" y="1819656"/>
            <a:ext cx="1817849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chemeClr val="bg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93606" y="1261872"/>
            <a:ext cx="1817849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3605" y="1819656"/>
            <a:ext cx="1817849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rgbClr val="69ACE5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bg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89823" y="1261872"/>
            <a:ext cx="1817849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89821" y="1819656"/>
            <a:ext cx="1817849" cy="2862072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17475" indent="-117475" algn="l">
              <a:buClr>
                <a:schemeClr val="bg2"/>
              </a:buCl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4488" indent="-117475">
              <a:buClr>
                <a:schemeClr val="tx2"/>
              </a:buClr>
              <a:buFont typeface="Courier New" panose="02070309020205020404" pitchFamily="49" charset="0"/>
              <a:buChar char="o"/>
              <a:defRPr sz="1400"/>
            </a:lvl2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50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A42F6F62-4CCC-134C-94B4-C90A17781E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245" y="1261872"/>
            <a:ext cx="1554480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able or Image">
            <a:extLst>
              <a:ext uri="{FF2B5EF4-FFF2-40B4-BE49-F238E27FC236}">
                <a16:creationId xmlns:a16="http://schemas.microsoft.com/office/drawing/2014/main" id="{DDD4E2F5-1A81-4241-9AE5-D5CFB69EC29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36245" y="1819656"/>
            <a:ext cx="1554480" cy="2862072"/>
          </a:xfrm>
          <a:prstGeom prst="rect">
            <a:avLst/>
          </a:prstGeom>
          <a:ln w="3175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chemeClr val="bg2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first-level bullet or image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40518" y="1261872"/>
            <a:ext cx="1554480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able or Image">
            <a:extLst>
              <a:ext uri="{FF2B5EF4-FFF2-40B4-BE49-F238E27FC236}">
                <a16:creationId xmlns:a16="http://schemas.microsoft.com/office/drawing/2014/main" id="{F77511AE-C7BF-5C49-A300-0159E6B307C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940518" y="1819656"/>
            <a:ext cx="1554480" cy="2862072"/>
          </a:xfrm>
          <a:prstGeom prst="rect">
            <a:avLst/>
          </a:prstGeom>
          <a:ln w="3175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chemeClr val="bg2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first-level bullet or image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55301" y="1261872"/>
            <a:ext cx="1554480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able or Image">
            <a:extLst>
              <a:ext uri="{FF2B5EF4-FFF2-40B4-BE49-F238E27FC236}">
                <a16:creationId xmlns:a16="http://schemas.microsoft.com/office/drawing/2014/main" id="{DA770E6D-EA2A-544D-B9F7-A7FC458B64A0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755301" y="1819656"/>
            <a:ext cx="1554480" cy="2862072"/>
          </a:xfrm>
          <a:prstGeom prst="rect">
            <a:avLst/>
          </a:prstGeom>
          <a:ln w="3175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chemeClr val="bg2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first-level bullet or image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12124" y="1261872"/>
            <a:ext cx="1554480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1" name="Table or Image">
            <a:extLst>
              <a:ext uri="{FF2B5EF4-FFF2-40B4-BE49-F238E27FC236}">
                <a16:creationId xmlns:a16="http://schemas.microsoft.com/office/drawing/2014/main" id="{61CE47B8-4BB9-A84E-869C-30790EAB0AC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612124" y="1819656"/>
            <a:ext cx="1554480" cy="2862072"/>
          </a:xfrm>
          <a:prstGeom prst="rect">
            <a:avLst/>
          </a:prstGeom>
          <a:ln w="3175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chemeClr val="bg2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first-level bullet or image</a:t>
            </a:r>
          </a:p>
        </p:txBody>
      </p:sp>
      <p:sp>
        <p:nvSpPr>
          <p:cNvPr id="22" name="Item 4 Title">
            <a:extLst>
              <a:ext uri="{FF2B5EF4-FFF2-40B4-BE49-F238E27FC236}">
                <a16:creationId xmlns:a16="http://schemas.microsoft.com/office/drawing/2014/main" id="{73A9FB82-86AB-A14D-B614-A001BB31BF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58437" y="1261872"/>
            <a:ext cx="1554480" cy="438912"/>
          </a:xfrm>
          <a:prstGeom prst="rect">
            <a:avLst/>
          </a:prstGeom>
          <a:solidFill>
            <a:schemeClr val="tx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23" name="Table or Image">
            <a:extLst>
              <a:ext uri="{FF2B5EF4-FFF2-40B4-BE49-F238E27FC236}">
                <a16:creationId xmlns:a16="http://schemas.microsoft.com/office/drawing/2014/main" id="{F17C3906-CD72-3449-B9D3-E90ED24E9D2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458437" y="1819656"/>
            <a:ext cx="1554480" cy="2862072"/>
          </a:xfrm>
          <a:prstGeom prst="rect">
            <a:avLst/>
          </a:prstGeom>
          <a:ln w="3175">
            <a:solidFill>
              <a:schemeClr val="bg2"/>
            </a:solidFill>
          </a:ln>
        </p:spPr>
        <p:txBody>
          <a:bodyPr/>
          <a:lstStyle>
            <a:lvl1pPr marL="112713" indent="-112713">
              <a:buClr>
                <a:schemeClr val="bg2"/>
              </a:buClr>
              <a:buFont typeface="Wingdings" panose="05000000000000000000" pitchFamily="2" charset="2"/>
              <a:buChar char="§"/>
              <a:defRPr sz="14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first-level bullet or image</a:t>
            </a: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5855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B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778FCE4-C62E-45FA-8069-17E0CDE13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9DD6EC-3A2E-4812-A2E6-1C882E728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292223D0-D3C4-4777-99E4-9D82F50E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Freeform 51">
            <a:extLst>
              <a:ext uri="{FF2B5EF4-FFF2-40B4-BE49-F238E27FC236}">
                <a16:creationId xmlns:a16="http://schemas.microsoft.com/office/drawing/2014/main" id="{31EE5489-B926-442C-94BA-1A6E7A33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50">
            <a:extLst>
              <a:ext uri="{FF2B5EF4-FFF2-40B4-BE49-F238E27FC236}">
                <a16:creationId xmlns:a16="http://schemas.microsoft.com/office/drawing/2014/main" id="{0F0864E6-B7A6-4C69-8357-3EDC0D214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03599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CF7F85ED-1788-4035-BB4F-6D2978521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03599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3906D885-91E2-495E-8164-51394DAE8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96396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Freeform 51">
            <a:extLst>
              <a:ext uri="{FF2B5EF4-FFF2-40B4-BE49-F238E27FC236}">
                <a16:creationId xmlns:a16="http://schemas.microsoft.com/office/drawing/2014/main" id="{CEC72A60-0F45-4275-849F-4CE6DC1DA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96396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ounded Rectangle 50">
            <a:extLst>
              <a:ext uri="{FF2B5EF4-FFF2-40B4-BE49-F238E27FC236}">
                <a16:creationId xmlns:a16="http://schemas.microsoft.com/office/drawing/2014/main" id="{7911D00D-6CBC-4CBB-BA40-3F7DD5D6E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9998" y="1501770"/>
            <a:ext cx="1790404" cy="268560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28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5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Freeform 51">
            <a:extLst>
              <a:ext uri="{FF2B5EF4-FFF2-40B4-BE49-F238E27FC236}">
                <a16:creationId xmlns:a16="http://schemas.microsoft.com/office/drawing/2014/main" id="{3070A7B9-8096-4FC1-B9A9-1DC3667A8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9998" y="3739776"/>
            <a:ext cx="1790404" cy="4476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5835"/>
            <a:endParaRPr lang="uk-UA" sz="15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CBB440B9-9FB0-429F-AB08-BBD8A2B690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9585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0" name="Item 1 Text">
            <a:extLst>
              <a:ext uri="{FF2B5EF4-FFF2-40B4-BE49-F238E27FC236}">
                <a16:creationId xmlns:a16="http://schemas.microsoft.com/office/drawing/2014/main" id="{B86E20F2-B95C-4AAF-A804-AC965C9DDA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094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Item 2 Title">
            <a:extLst>
              <a:ext uri="{FF2B5EF4-FFF2-40B4-BE49-F238E27FC236}">
                <a16:creationId xmlns:a16="http://schemas.microsoft.com/office/drawing/2014/main" id="{DBAFC4B2-E381-4378-893A-B29557D52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03598" y="3821310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1" name="Item 2 Text">
            <a:extLst>
              <a:ext uri="{FF2B5EF4-FFF2-40B4-BE49-F238E27FC236}">
                <a16:creationId xmlns:a16="http://schemas.microsoft.com/office/drawing/2014/main" id="{5ACE404C-6884-4FD6-9E39-6F4642E21C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2492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CBB1EDA8-6036-4E17-9138-598F3F97F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9998" y="3829585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39A1E9ED-B596-479E-82B0-63CC2B1444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68891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4 Title">
            <a:extLst>
              <a:ext uri="{FF2B5EF4-FFF2-40B4-BE49-F238E27FC236}">
                <a16:creationId xmlns:a16="http://schemas.microsoft.com/office/drawing/2014/main" id="{39E2E930-054A-4609-BFA9-2CE06617C6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96395" y="3823322"/>
            <a:ext cx="1790404" cy="284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3" name="Item 4 Text">
            <a:extLst>
              <a:ext uri="{FF2B5EF4-FFF2-40B4-BE49-F238E27FC236}">
                <a16:creationId xmlns:a16="http://schemas.microsoft.com/office/drawing/2014/main" id="{B72F7BCA-C0F0-43BC-B657-9FB6EFC280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5291" y="2381251"/>
            <a:ext cx="1552616" cy="1195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8866A15F-DCF2-4E46-9717-924DF8C8B4D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5" name="WSE logo">
            <a:extLst>
              <a:ext uri="{FF2B5EF4-FFF2-40B4-BE49-F238E27FC236}">
                <a16:creationId xmlns:a16="http://schemas.microsoft.com/office/drawing/2014/main" id="{19FC6418-4FC7-4934-8CD1-E5AF55A2D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1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3419849-0545-4B89-A5B7-FF533AE49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D022E-F298-41C1-A7B7-039B713FE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E92223-2425-4BB3-B685-E72F60D8C5DE}"/>
              </a:ext>
            </a:extLst>
          </p:cNvPr>
          <p:cNvSpPr/>
          <p:nvPr userDrawn="1"/>
        </p:nvSpPr>
        <p:spPr>
          <a:xfrm>
            <a:off x="0" y="1322279"/>
            <a:ext cx="9144000" cy="27432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/>
            <a:endParaRPr lang="uk-UA" sz="140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">
            <a:extLst>
              <a:ext uri="{FF2B5EF4-FFF2-40B4-BE49-F238E27FC236}">
                <a16:creationId xmlns:a16="http://schemas.microsoft.com/office/drawing/2014/main" id="{6D3B5A7A-FA71-45F6-B598-E0C3B7283D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128" y="1628441"/>
            <a:ext cx="1138620" cy="8858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9" name="Item 1 Title">
            <a:extLst>
              <a:ext uri="{FF2B5EF4-FFF2-40B4-BE49-F238E27FC236}">
                <a16:creationId xmlns:a16="http://schemas.microsoft.com/office/drawing/2014/main" id="{799131B7-F763-47D6-93E0-5165F0A510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5507" y="1628442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0" name="Item 1 Text">
            <a:extLst>
              <a:ext uri="{FF2B5EF4-FFF2-40B4-BE49-F238E27FC236}">
                <a16:creationId xmlns:a16="http://schemas.microsoft.com/office/drawing/2014/main" id="{2D24E43C-2F40-4506-AF1F-B9C3166E8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6298" y="2009131"/>
            <a:ext cx="2618125" cy="5051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1" name="Item 2">
            <a:extLst>
              <a:ext uri="{FF2B5EF4-FFF2-40B4-BE49-F238E27FC236}">
                <a16:creationId xmlns:a16="http://schemas.microsoft.com/office/drawing/2014/main" id="{74774B04-A3DF-4AA9-9343-BB068D544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0370" y="1623264"/>
            <a:ext cx="1138620" cy="8910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2" name="Item 2 Title">
            <a:extLst>
              <a:ext uri="{FF2B5EF4-FFF2-40B4-BE49-F238E27FC236}">
                <a16:creationId xmlns:a16="http://schemas.microsoft.com/office/drawing/2014/main" id="{3531EBBF-C805-4E8A-9227-766EB6C3A8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2750" y="1623265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3" name="Item 2 Text">
            <a:extLst>
              <a:ext uri="{FF2B5EF4-FFF2-40B4-BE49-F238E27FC236}">
                <a16:creationId xmlns:a16="http://schemas.microsoft.com/office/drawing/2014/main" id="{D7BBE6EB-6807-4CBE-BB58-5B8D9321D0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3540" y="2003955"/>
            <a:ext cx="2618125" cy="510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7" name="Item 3">
            <a:extLst>
              <a:ext uri="{FF2B5EF4-FFF2-40B4-BE49-F238E27FC236}">
                <a16:creationId xmlns:a16="http://schemas.microsoft.com/office/drawing/2014/main" id="{38486228-4BB2-43AE-9377-DBADDC1303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3128" y="2817420"/>
            <a:ext cx="1138620" cy="9449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8692B854-CADA-4E07-8BD7-69FFD667356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75507" y="2817420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9" name="Item 3 Text">
            <a:extLst>
              <a:ext uri="{FF2B5EF4-FFF2-40B4-BE49-F238E27FC236}">
                <a16:creationId xmlns:a16="http://schemas.microsoft.com/office/drawing/2014/main" id="{F27699BB-0AEC-44C1-B1CC-D3562D17AD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66298" y="3198109"/>
            <a:ext cx="2618125" cy="5642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4" name="Item 4">
            <a:extLst>
              <a:ext uri="{FF2B5EF4-FFF2-40B4-BE49-F238E27FC236}">
                <a16:creationId xmlns:a16="http://schemas.microsoft.com/office/drawing/2014/main" id="{810A168E-980B-4151-B586-F2239D937E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0370" y="2817421"/>
            <a:ext cx="1138620" cy="9449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5" name="Item 4 Title">
            <a:extLst>
              <a:ext uri="{FF2B5EF4-FFF2-40B4-BE49-F238E27FC236}">
                <a16:creationId xmlns:a16="http://schemas.microsoft.com/office/drawing/2014/main" id="{DDC595D8-EB71-43C5-84CE-CE8AB97F4A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82750" y="2817420"/>
            <a:ext cx="2618125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6" name="Item 4 Text">
            <a:extLst>
              <a:ext uri="{FF2B5EF4-FFF2-40B4-BE49-F238E27FC236}">
                <a16:creationId xmlns:a16="http://schemas.microsoft.com/office/drawing/2014/main" id="{A79F3471-2DC3-4DFD-93E8-16AB2BF1B5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540" y="3198110"/>
            <a:ext cx="2618125" cy="5642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B2B5D48A-DCAA-4355-8D13-9B74715A0CF6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C83FCD4E-D545-4E7C-8444-5C2049042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055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-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">
            <a:extLst>
              <a:ext uri="{FF2B5EF4-FFF2-40B4-BE49-F238E27FC236}">
                <a16:creationId xmlns:a16="http://schemas.microsoft.com/office/drawing/2014/main" id="{7E539BF3-9B27-418B-9CEE-4FF35DD5C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50669"/>
            <a:ext cx="8085415" cy="813991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9C6D85-6054-4333-A45C-6D56E5C8F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CCCF60EE-1BED-491D-B9BA-8143FCFB7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529177"/>
            <a:ext cx="2743200" cy="2743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35"/>
            <a:endParaRPr lang="uk-UA" sz="1013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D820D5E2-D70E-40F8-996C-E42A9E05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529177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35"/>
            <a:endParaRPr lang="uk-UA" sz="3000" b="1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val 3">
            <a:extLst>
              <a:ext uri="{FF2B5EF4-FFF2-40B4-BE49-F238E27FC236}">
                <a16:creationId xmlns:a16="http://schemas.microsoft.com/office/drawing/2014/main" id="{915D9C8A-79D6-45FE-A769-F81341B6A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529177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C18A0C12-944E-4AFB-AA08-F2D684A8D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339511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54B1F908-AE10-43AA-BBC9-E54F6EB0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3339511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35"/>
            <a:endParaRPr lang="uk-UA" sz="3000" b="1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Item 1">
            <a:extLst>
              <a:ext uri="{FF2B5EF4-FFF2-40B4-BE49-F238E27FC236}">
                <a16:creationId xmlns:a16="http://schemas.microsoft.com/office/drawing/2014/main" id="{0B4A9D69-7C61-4078-8FE1-B23B404AC6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0399" y="1770465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Item 1 Title">
            <a:extLst>
              <a:ext uri="{FF2B5EF4-FFF2-40B4-BE49-F238E27FC236}">
                <a16:creationId xmlns:a16="http://schemas.microsoft.com/office/drawing/2014/main" id="{C0436A26-D262-436C-8C61-BA2F8775F7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3919" y="151173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Item 1 Text">
            <a:extLst>
              <a:ext uri="{FF2B5EF4-FFF2-40B4-BE49-F238E27FC236}">
                <a16:creationId xmlns:a16="http://schemas.microsoft.com/office/drawing/2014/main" id="{C7E732B7-944F-455D-BC24-3A11D5A0F6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3919" y="189242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Item 2">
            <a:extLst>
              <a:ext uri="{FF2B5EF4-FFF2-40B4-BE49-F238E27FC236}">
                <a16:creationId xmlns:a16="http://schemas.microsoft.com/office/drawing/2014/main" id="{5CBD3746-18D1-47D5-987D-E36BEF9A6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1770465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Item 2 Title">
            <a:extLst>
              <a:ext uri="{FF2B5EF4-FFF2-40B4-BE49-F238E27FC236}">
                <a16:creationId xmlns:a16="http://schemas.microsoft.com/office/drawing/2014/main" id="{0CB2F2DC-96B3-4884-B03D-70BF73AC29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33089" y="1511740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Item 2 Text">
            <a:extLst>
              <a:ext uri="{FF2B5EF4-FFF2-40B4-BE49-F238E27FC236}">
                <a16:creationId xmlns:a16="http://schemas.microsoft.com/office/drawing/2014/main" id="{2E5E5FDF-1722-441B-A1BB-5F9859FCCD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33089" y="1892430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Item 3">
            <a:extLst>
              <a:ext uri="{FF2B5EF4-FFF2-40B4-BE49-F238E27FC236}">
                <a16:creationId xmlns:a16="http://schemas.microsoft.com/office/drawing/2014/main" id="{56842972-1C06-42FE-85E3-B7FBE5A02A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3580798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Item 3 Title">
            <a:extLst>
              <a:ext uri="{FF2B5EF4-FFF2-40B4-BE49-F238E27FC236}">
                <a16:creationId xmlns:a16="http://schemas.microsoft.com/office/drawing/2014/main" id="{95264F1E-DEC9-41B7-93B3-E9C4B85C4C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33089" y="332950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Item 3 Text">
            <a:extLst>
              <a:ext uri="{FF2B5EF4-FFF2-40B4-BE49-F238E27FC236}">
                <a16:creationId xmlns:a16="http://schemas.microsoft.com/office/drawing/2014/main" id="{0AEC987B-A3A3-4497-9D60-7BD66C3516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33089" y="371019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Item 4">
            <a:extLst>
              <a:ext uri="{FF2B5EF4-FFF2-40B4-BE49-F238E27FC236}">
                <a16:creationId xmlns:a16="http://schemas.microsoft.com/office/drawing/2014/main" id="{D5780A37-62F6-43AD-AFF9-5BA34D600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399" y="3580798"/>
            <a:ext cx="914401" cy="4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3" name="Item 4 Title">
            <a:extLst>
              <a:ext uri="{FF2B5EF4-FFF2-40B4-BE49-F238E27FC236}">
                <a16:creationId xmlns:a16="http://schemas.microsoft.com/office/drawing/2014/main" id="{6AB04380-4CBA-4305-9BED-012A97108E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3919" y="3329509"/>
            <a:ext cx="2286246" cy="3169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D395DBD5-7C77-4F82-9C58-E1B8D4A9E4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3919" y="3710199"/>
            <a:ext cx="2286246" cy="551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337385C6-202F-425F-831F-B84FAA6ED347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8" name="WSE logo">
            <a:extLst>
              <a:ext uri="{FF2B5EF4-FFF2-40B4-BE49-F238E27FC236}">
                <a16:creationId xmlns:a16="http://schemas.microsoft.com/office/drawing/2014/main" id="{933E971C-40DA-474D-96B8-B83B54C0B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9A560EA5-1934-452F-B7DA-9D16BD1F8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ADC3E0FB-FCB4-4F19-88D7-CB30CFF0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982" y="2402483"/>
            <a:ext cx="2770963" cy="1771489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1567"/>
              <a:gd name="connsiteY0" fmla="*/ 2293938 h 4089401"/>
              <a:gd name="connsiteX1" fmla="*/ 5301567 w 5301567"/>
              <a:gd name="connsiteY1" fmla="*/ 0 h 4089401"/>
              <a:gd name="connsiteX2" fmla="*/ 5299186 w 5301567"/>
              <a:gd name="connsiteY2" fmla="*/ 1763713 h 4089401"/>
              <a:gd name="connsiteX3" fmla="*/ 2381 w 5301567"/>
              <a:gd name="connsiteY3" fmla="*/ 4089401 h 4089401"/>
              <a:gd name="connsiteX4" fmla="*/ 0 w 5301567"/>
              <a:gd name="connsiteY4" fmla="*/ 2293938 h 4089401"/>
              <a:gd name="connsiteX0" fmla="*/ 0 w 5301796"/>
              <a:gd name="connsiteY0" fmla="*/ 2293938 h 4089401"/>
              <a:gd name="connsiteX1" fmla="*/ 5301567 w 5301796"/>
              <a:gd name="connsiteY1" fmla="*/ 0 h 4089401"/>
              <a:gd name="connsiteX2" fmla="*/ 5301567 w 5301796"/>
              <a:gd name="connsiteY2" fmla="*/ 1782763 h 4089401"/>
              <a:gd name="connsiteX3" fmla="*/ 2381 w 5301796"/>
              <a:gd name="connsiteY3" fmla="*/ 4089401 h 4089401"/>
              <a:gd name="connsiteX4" fmla="*/ 0 w 5301796"/>
              <a:gd name="connsiteY4" fmla="*/ 2293938 h 4089401"/>
              <a:gd name="connsiteX0" fmla="*/ 0 w 5306397"/>
              <a:gd name="connsiteY0" fmla="*/ 2293938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293938 h 4089401"/>
              <a:gd name="connsiteX0" fmla="*/ 0 w 5306397"/>
              <a:gd name="connsiteY0" fmla="*/ 2305845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305845 h 408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397" h="4089401">
                <a:moveTo>
                  <a:pt x="0" y="2305845"/>
                </a:moveTo>
                <a:lnTo>
                  <a:pt x="5301567" y="0"/>
                </a:lnTo>
                <a:cubicBezTo>
                  <a:pt x="5300773" y="587904"/>
                  <a:pt x="5307123" y="1192478"/>
                  <a:pt x="5306329" y="1780382"/>
                </a:cubicBezTo>
                <a:lnTo>
                  <a:pt x="2381" y="4089401"/>
                </a:lnTo>
                <a:cubicBezTo>
                  <a:pt x="0" y="3489326"/>
                  <a:pt x="2381" y="2905920"/>
                  <a:pt x="0" y="2305845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91C4870C-A169-4B4B-86B5-7832B8F99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179" y="1404647"/>
            <a:ext cx="2762363" cy="1772176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8711"/>
              <a:gd name="connsiteY0" fmla="*/ 230187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1875 h 4103688"/>
              <a:gd name="connsiteX0" fmla="*/ 4384 w 5313095"/>
              <a:gd name="connsiteY0" fmla="*/ 2301875 h 4094163"/>
              <a:gd name="connsiteX1" fmla="*/ 5313095 w 5313095"/>
              <a:gd name="connsiteY1" fmla="*/ 0 h 4094163"/>
              <a:gd name="connsiteX2" fmla="*/ 5303570 w 5313095"/>
              <a:gd name="connsiteY2" fmla="*/ 1778000 h 4094163"/>
              <a:gd name="connsiteX3" fmla="*/ 415 w 5313095"/>
              <a:gd name="connsiteY3" fmla="*/ 4094163 h 4094163"/>
              <a:gd name="connsiteX4" fmla="*/ 4384 w 5313095"/>
              <a:gd name="connsiteY4" fmla="*/ 2301875 h 4094163"/>
              <a:gd name="connsiteX0" fmla="*/ 0 w 5308711"/>
              <a:gd name="connsiteY0" fmla="*/ 2301875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1875 h 4090988"/>
              <a:gd name="connsiteX0" fmla="*/ 0 w 5308711"/>
              <a:gd name="connsiteY0" fmla="*/ 2309019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9019 h 4090988"/>
              <a:gd name="connsiteX0" fmla="*/ 0 w 5308711"/>
              <a:gd name="connsiteY0" fmla="*/ 2299494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299494 h 4090988"/>
              <a:gd name="connsiteX0" fmla="*/ 0 w 5318236"/>
              <a:gd name="connsiteY0" fmla="*/ 2299494 h 4090988"/>
              <a:gd name="connsiteX1" fmla="*/ 5318236 w 5318236"/>
              <a:gd name="connsiteY1" fmla="*/ 0 h 4090988"/>
              <a:gd name="connsiteX2" fmla="*/ 5308711 w 5318236"/>
              <a:gd name="connsiteY2" fmla="*/ 1778000 h 4090988"/>
              <a:gd name="connsiteX3" fmla="*/ 11906 w 5318236"/>
              <a:gd name="connsiteY3" fmla="*/ 4090988 h 4090988"/>
              <a:gd name="connsiteX4" fmla="*/ 0 w 5318236"/>
              <a:gd name="connsiteY4" fmla="*/ 2299494 h 4090988"/>
              <a:gd name="connsiteX0" fmla="*/ 0 w 5315855"/>
              <a:gd name="connsiteY0" fmla="*/ 2304257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4257 h 4090988"/>
              <a:gd name="connsiteX0" fmla="*/ 0 w 5315855"/>
              <a:gd name="connsiteY0" fmla="*/ 2301876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1876 h 4090988"/>
              <a:gd name="connsiteX0" fmla="*/ 0 w 5313474"/>
              <a:gd name="connsiteY0" fmla="*/ 2301876 h 4090988"/>
              <a:gd name="connsiteX1" fmla="*/ 5313474 w 5313474"/>
              <a:gd name="connsiteY1" fmla="*/ 0 h 4090988"/>
              <a:gd name="connsiteX2" fmla="*/ 5303949 w 5313474"/>
              <a:gd name="connsiteY2" fmla="*/ 1778000 h 4090988"/>
              <a:gd name="connsiteX3" fmla="*/ 7144 w 5313474"/>
              <a:gd name="connsiteY3" fmla="*/ 4090988 h 4090988"/>
              <a:gd name="connsiteX4" fmla="*/ 0 w 5313474"/>
              <a:gd name="connsiteY4" fmla="*/ 2301876 h 409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3474" h="4090988">
                <a:moveTo>
                  <a:pt x="0" y="2301876"/>
                </a:moveTo>
                <a:lnTo>
                  <a:pt x="5313474" y="0"/>
                </a:lnTo>
                <a:lnTo>
                  <a:pt x="5303949" y="1778000"/>
                </a:lnTo>
                <a:lnTo>
                  <a:pt x="7144" y="4090988"/>
                </a:lnTo>
                <a:cubicBezTo>
                  <a:pt x="4763" y="3490913"/>
                  <a:pt x="2381" y="2901951"/>
                  <a:pt x="0" y="2301876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B05CE-AAB5-4E94-B8A8-28D45053F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3580" y="2400422"/>
            <a:ext cx="2770963" cy="775714"/>
          </a:xfrm>
          <a:prstGeom prst="rect">
            <a:avLst/>
          </a:prstGeom>
          <a:solidFill>
            <a:srgbClr val="69ACE5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6CADE-1C6D-4552-A437-5CC28BD58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919" y="3399634"/>
            <a:ext cx="2790306" cy="775714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3218B-5651-4A6C-9CC0-32F9EBE3B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983" y="1401896"/>
            <a:ext cx="2791318" cy="775714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93BD0AF0-ECDA-41BB-BDBF-FABB50E876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50230" y="1401897"/>
            <a:ext cx="4869303" cy="3221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75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E41B4165-89DA-4676-9A75-DB1A210A0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4281" y="1905000"/>
            <a:ext cx="4865053" cy="227034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27013" algn="l">
              <a:buClr>
                <a:schemeClr val="bg2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913" indent="-227013">
              <a:buClr>
                <a:schemeClr val="bg2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chemeClr val="bg2"/>
              </a:buClr>
              <a:defRPr sz="1600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9" name="Info 1">
            <a:extLst>
              <a:ext uri="{FF2B5EF4-FFF2-40B4-BE49-F238E27FC236}">
                <a16:creationId xmlns:a16="http://schemas.microsoft.com/office/drawing/2014/main" id="{7A4EBD99-E28A-467C-B8D7-DE90097836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7623" y="1544276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0" name="Info 1 Text">
            <a:extLst>
              <a:ext uri="{FF2B5EF4-FFF2-40B4-BE49-F238E27FC236}">
                <a16:creationId xmlns:a16="http://schemas.microsoft.com/office/drawing/2014/main" id="{BEA326F2-4A47-4163-A88D-30223B697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33075" y="1544276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nfo 2">
            <a:extLst>
              <a:ext uri="{FF2B5EF4-FFF2-40B4-BE49-F238E27FC236}">
                <a16:creationId xmlns:a16="http://schemas.microsoft.com/office/drawing/2014/main" id="{879C946B-2418-4E80-B1B2-ED3029968E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623" y="2538036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9" name="Info 2 Text">
            <a:extLst>
              <a:ext uri="{FF2B5EF4-FFF2-40B4-BE49-F238E27FC236}">
                <a16:creationId xmlns:a16="http://schemas.microsoft.com/office/drawing/2014/main" id="{5FE1DA00-8AD9-4506-895A-25E0FFF3A8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33075" y="2538036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0" name="Info 3">
            <a:extLst>
              <a:ext uri="{FF2B5EF4-FFF2-40B4-BE49-F238E27FC236}">
                <a16:creationId xmlns:a16="http://schemas.microsoft.com/office/drawing/2014/main" id="{D8A0AFDE-8EFC-4A53-A922-179064B43B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942" y="3535187"/>
            <a:ext cx="831909" cy="5127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1" name="Info 3 Text">
            <a:extLst>
              <a:ext uri="{FF2B5EF4-FFF2-40B4-BE49-F238E27FC236}">
                <a16:creationId xmlns:a16="http://schemas.microsoft.com/office/drawing/2014/main" id="{882D6DBF-7708-4AFA-B28F-215C8BC931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20394" y="3535187"/>
            <a:ext cx="1529225" cy="4927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0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23690-B358-4783-A959-78E05177C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ge Number">
            <a:extLst>
              <a:ext uri="{FF2B5EF4-FFF2-40B4-BE49-F238E27FC236}">
                <a16:creationId xmlns:a16="http://schemas.microsoft.com/office/drawing/2014/main" id="{D99FFF48-9513-4D94-ADAF-4FDF160E3F90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3" name="WSE logo">
            <a:extLst>
              <a:ext uri="{FF2B5EF4-FFF2-40B4-BE49-F238E27FC236}">
                <a16:creationId xmlns:a16="http://schemas.microsoft.com/office/drawing/2014/main" id="{C1400C22-623A-4FAB-86C9-A0AE2AD8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25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">
            <a:extLst>
              <a:ext uri="{FF2B5EF4-FFF2-40B4-BE49-F238E27FC236}">
                <a16:creationId xmlns:a16="http://schemas.microsoft.com/office/drawing/2014/main" id="{0301AFB8-AD89-4017-8E38-5FA5A13A1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255FC-7EAC-49AE-B880-3463FB551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8769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DD1A5E-29DF-40B0-B20F-2459F3AA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320636" y="1893781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0CD46C-4A36-4CDC-9D1D-1390A6EB9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22503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2B94E1-30E5-44FA-8B76-A43E3E2A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124370" y="1893781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EFB757-BCA3-44BC-B989-9E92DA2E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526237" y="1893781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435767-DD64-408F-8630-7219C1A17321}"/>
              </a:ext>
            </a:extLst>
          </p:cNvPr>
          <p:cNvSpPr>
            <a:spLocks noChangeAspect="1"/>
          </p:cNvSpPr>
          <p:nvPr userDrawn="1"/>
        </p:nvSpPr>
        <p:spPr>
          <a:xfrm>
            <a:off x="918768" y="1900414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B3AC26-84C9-490E-9619-E641A51B50D6}"/>
              </a:ext>
            </a:extLst>
          </p:cNvPr>
          <p:cNvSpPr>
            <a:spLocks noChangeAspect="1"/>
          </p:cNvSpPr>
          <p:nvPr userDrawn="1"/>
        </p:nvSpPr>
        <p:spPr>
          <a:xfrm>
            <a:off x="2320635" y="1900414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8C4E82-CF2F-4A0F-B40D-397DB0934816}"/>
              </a:ext>
            </a:extLst>
          </p:cNvPr>
          <p:cNvSpPr>
            <a:spLocks noChangeAspect="1"/>
          </p:cNvSpPr>
          <p:nvPr userDrawn="1"/>
        </p:nvSpPr>
        <p:spPr>
          <a:xfrm>
            <a:off x="3722503" y="1899732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D93624-4E7A-42A1-AB9F-87F48C59434F}"/>
              </a:ext>
            </a:extLst>
          </p:cNvPr>
          <p:cNvSpPr>
            <a:spLocks noChangeAspect="1"/>
          </p:cNvSpPr>
          <p:nvPr userDrawn="1"/>
        </p:nvSpPr>
        <p:spPr>
          <a:xfrm>
            <a:off x="5124370" y="1899732"/>
            <a:ext cx="1716572" cy="171657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128184-D09F-4D76-9EDE-FE4A52B4AE01}"/>
              </a:ext>
            </a:extLst>
          </p:cNvPr>
          <p:cNvSpPr>
            <a:spLocks noChangeAspect="1"/>
          </p:cNvSpPr>
          <p:nvPr userDrawn="1"/>
        </p:nvSpPr>
        <p:spPr>
          <a:xfrm>
            <a:off x="6526237" y="1892417"/>
            <a:ext cx="1716572" cy="171657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350">
              <a:defRPr/>
            </a:pPr>
            <a:endParaRPr lang="uk-UA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 Title">
            <a:extLst>
              <a:ext uri="{FF2B5EF4-FFF2-40B4-BE49-F238E27FC236}">
                <a16:creationId xmlns:a16="http://schemas.microsoft.com/office/drawing/2014/main" id="{13C8E0C2-242B-4771-9412-328CD7575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3472" y="3021980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3" name="Item 1 Text">
            <a:extLst>
              <a:ext uri="{FF2B5EF4-FFF2-40B4-BE49-F238E27FC236}">
                <a16:creationId xmlns:a16="http://schemas.microsoft.com/office/drawing/2014/main" id="{DD12D595-2255-4364-8EC7-4903FEC6759C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1629" y="3801008"/>
            <a:ext cx="1934737" cy="415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5" name="Item 2 Title">
            <a:extLst>
              <a:ext uri="{FF2B5EF4-FFF2-40B4-BE49-F238E27FC236}">
                <a16:creationId xmlns:a16="http://schemas.microsoft.com/office/drawing/2014/main" id="{6981DB86-04CB-46BF-944C-7F1D632119A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635340" y="3028025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0" name="Item 2 Text">
            <a:extLst>
              <a:ext uri="{FF2B5EF4-FFF2-40B4-BE49-F238E27FC236}">
                <a16:creationId xmlns:a16="http://schemas.microsoft.com/office/drawing/2014/main" id="{48AB996C-F7C9-4DE3-A4CA-5381A37B77F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209657" y="1292602"/>
            <a:ext cx="1938528" cy="4114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6" name="Item 3 Title">
            <a:extLst>
              <a:ext uri="{FF2B5EF4-FFF2-40B4-BE49-F238E27FC236}">
                <a16:creationId xmlns:a16="http://schemas.microsoft.com/office/drawing/2014/main" id="{07B9589E-F6AC-4251-8200-299CB8CE0A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37208" y="3025804"/>
            <a:ext cx="1064915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C70E3A5C-0D02-431F-B04E-5A18A53E52C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3607363" y="3801007"/>
            <a:ext cx="1938528" cy="415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7" name="Item 4 Title">
            <a:extLst>
              <a:ext uri="{FF2B5EF4-FFF2-40B4-BE49-F238E27FC236}">
                <a16:creationId xmlns:a16="http://schemas.microsoft.com/office/drawing/2014/main" id="{D1014B6A-F5E5-456C-B2FA-F5B5CFD6EA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0285" y="3021980"/>
            <a:ext cx="1095951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D036508F-55C5-4315-A1A5-4C37028E396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008996" y="1292602"/>
            <a:ext cx="1938528" cy="4114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9" name="Item 5 Title">
            <a:extLst>
              <a:ext uri="{FF2B5EF4-FFF2-40B4-BE49-F238E27FC236}">
                <a16:creationId xmlns:a16="http://schemas.microsoft.com/office/drawing/2014/main" id="{10724EF9-B96D-46CD-9CDE-1437737309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0942" y="3028025"/>
            <a:ext cx="1087163" cy="2769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4" name="Item 5 Text">
            <a:extLst>
              <a:ext uri="{FF2B5EF4-FFF2-40B4-BE49-F238E27FC236}">
                <a16:creationId xmlns:a16="http://schemas.microsoft.com/office/drawing/2014/main" id="{52B76C6E-8844-4031-9443-DAA924981D1D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415259" y="3801007"/>
            <a:ext cx="1938528" cy="415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33E3FD-BE40-4756-A413-7A11B0F5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Page Number">
            <a:extLst>
              <a:ext uri="{FF2B5EF4-FFF2-40B4-BE49-F238E27FC236}">
                <a16:creationId xmlns:a16="http://schemas.microsoft.com/office/drawing/2014/main" id="{81251A57-6F56-45E2-8E48-61C5F222D161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3" name="WSE logo">
            <a:extLst>
              <a:ext uri="{FF2B5EF4-FFF2-40B4-BE49-F238E27FC236}">
                <a16:creationId xmlns:a16="http://schemas.microsoft.com/office/drawing/2014/main" id="{5183B704-1ED3-426C-B12C-6BD74D72F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283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or 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5CE5-BF88-EC4B-A5BB-C91694E1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12" y="59798"/>
            <a:ext cx="8096246" cy="942358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56D86C-B76F-7D41-865B-669A58A40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7C9E05-905F-4239-BA70-7805F39E25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2413" y="1257854"/>
            <a:ext cx="8366125" cy="36220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caption</a:t>
            </a:r>
          </a:p>
        </p:txBody>
      </p:sp>
      <p:grpSp>
        <p:nvGrpSpPr>
          <p:cNvPr id="46" name="Group 45" descr="Timeline image">
            <a:extLst>
              <a:ext uri="{FF2B5EF4-FFF2-40B4-BE49-F238E27FC236}">
                <a16:creationId xmlns:a16="http://schemas.microsoft.com/office/drawing/2014/main" id="{12EE74DF-9333-4546-8B0E-F0FCE41F51A0}"/>
              </a:ext>
            </a:extLst>
          </p:cNvPr>
          <p:cNvGrpSpPr/>
          <p:nvPr userDrawn="1"/>
        </p:nvGrpSpPr>
        <p:grpSpPr>
          <a:xfrm>
            <a:off x="149313" y="2937932"/>
            <a:ext cx="8818280" cy="394138"/>
            <a:chOff x="149313" y="2937932"/>
            <a:chExt cx="8818280" cy="394138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8F8E5DEB-0CA8-7C40-9940-93D22D38A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9313" y="2937932"/>
              <a:ext cx="8818280" cy="394138"/>
            </a:xfrm>
            <a:prstGeom prst="rightArrow">
              <a:avLst/>
            </a:prstGeom>
            <a:solidFill>
              <a:srgbClr val="0B2D7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3E08E7-D1BF-8A47-9C1F-7E6E6F13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1676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425AC6-6A04-2540-873A-C34F7415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905964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FDF4F6-7F79-2E4D-A0A1-3DCFEC7CD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160762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ECA228-EC9A-4E43-9304-017BEA28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405050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957417-2040-534F-8BB0-66A9FC17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589693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01EAEE-2200-4047-AC6E-D68F83AC9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838579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053514-B4E5-7649-9105-BD559F8A4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57411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32" name="Table or Image">
            <a:extLst>
              <a:ext uri="{FF2B5EF4-FFF2-40B4-BE49-F238E27FC236}">
                <a16:creationId xmlns:a16="http://schemas.microsoft.com/office/drawing/2014/main" id="{B55C9193-8997-F045-A5BC-B8BDD1896AE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5185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 algn="l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able or Image">
            <a:extLst>
              <a:ext uri="{FF2B5EF4-FFF2-40B4-BE49-F238E27FC236}">
                <a16:creationId xmlns:a16="http://schemas.microsoft.com/office/drawing/2014/main" id="{49945C77-72E2-A747-BC22-94D2E7C0C3A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487766" y="3453795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able or Image">
            <a:extLst>
              <a:ext uri="{FF2B5EF4-FFF2-40B4-BE49-F238E27FC236}">
                <a16:creationId xmlns:a16="http://schemas.microsoft.com/office/drawing/2014/main" id="{68532B39-F878-4F4A-8FB7-1E4ABE4E43AE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71021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able or Image">
            <a:extLst>
              <a:ext uri="{FF2B5EF4-FFF2-40B4-BE49-F238E27FC236}">
                <a16:creationId xmlns:a16="http://schemas.microsoft.com/office/drawing/2014/main" id="{5987319A-6708-164D-B069-C9A27D3CF99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939395" y="345133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able or Image">
            <a:extLst>
              <a:ext uri="{FF2B5EF4-FFF2-40B4-BE49-F238E27FC236}">
                <a16:creationId xmlns:a16="http://schemas.microsoft.com/office/drawing/2014/main" id="{03B445B3-CA64-E748-8A75-A4006779359D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168576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able or Image">
            <a:extLst>
              <a:ext uri="{FF2B5EF4-FFF2-40B4-BE49-F238E27FC236}">
                <a16:creationId xmlns:a16="http://schemas.microsoft.com/office/drawing/2014/main" id="{01884091-B2D7-4C45-86BC-7D4F74E79C27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6397756" y="345133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able or Image">
            <a:extLst>
              <a:ext uri="{FF2B5EF4-FFF2-40B4-BE49-F238E27FC236}">
                <a16:creationId xmlns:a16="http://schemas.microsoft.com/office/drawing/2014/main" id="{BCCA4455-3AE1-1943-AD67-2A4DFA99E3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7585928" y="1816172"/>
            <a:ext cx="1033031" cy="105117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200"/>
            </a:lvl1pPr>
            <a:lvl2pPr marL="568325" indent="-225425">
              <a:buClr>
                <a:schemeClr val="tx2"/>
              </a:buClr>
              <a:buFont typeface="Courier New" panose="02070309020205020404" pitchFamily="49" charset="0"/>
              <a:buChar char="o"/>
              <a:defRPr sz="1800"/>
            </a:lvl2pPr>
            <a:lvl3pPr marL="914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Citation">
            <a:extLst>
              <a:ext uri="{FF2B5EF4-FFF2-40B4-BE49-F238E27FC236}">
                <a16:creationId xmlns:a16="http://schemas.microsoft.com/office/drawing/2014/main" id="{DEE35AFB-A4A5-BF4E-9555-0CBD73E0D7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16256" y="4581310"/>
            <a:ext cx="6744017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lang="en-US" sz="1050" b="0" i="0" u="none" strike="noStrike" smtClean="0">
                <a:effectLst/>
              </a:defRPr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/>
              <a:t>Adapted/Reprinted from [APA reference].</a:t>
            </a:r>
          </a:p>
        </p:txBody>
      </p:sp>
      <p:pic>
        <p:nvPicPr>
          <p:cNvPr id="27" name="WSE logo">
            <a:extLst>
              <a:ext uri="{FF2B5EF4-FFF2-40B4-BE49-F238E27FC236}">
                <a16:creationId xmlns:a16="http://schemas.microsoft.com/office/drawing/2014/main" id="{978592AB-D8FE-E649-9B9F-6BB4F13FB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  <p:sp>
        <p:nvSpPr>
          <p:cNvPr id="29" name="Page Number">
            <a:extLst>
              <a:ext uri="{FF2B5EF4-FFF2-40B4-BE49-F238E27FC236}">
                <a16:creationId xmlns:a16="http://schemas.microsoft.com/office/drawing/2014/main" id="{5B0C4C21-CAD5-874E-9CB4-3D5DA2A82B8E}"/>
              </a:ext>
            </a:extLst>
          </p:cNvPr>
          <p:cNvSpPr txBox="1"/>
          <p:nvPr userDrawn="1"/>
        </p:nvSpPr>
        <p:spPr>
          <a:xfrm>
            <a:off x="8133198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8318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4E74D57-75EE-47EE-BA67-188DFE91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4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8C10952F-BEB3-4B15-B210-69BD49BEF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07119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C2B6F8-5270-4AAC-84AB-07CDF49EF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265742" y="1730102"/>
            <a:ext cx="825191" cy="608883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F6A1D8-A2CC-4923-A16C-DDC0AE265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2" idx="6"/>
          </p:cNvCxnSpPr>
          <p:nvPr userDrawn="1"/>
        </p:nvCxnSpPr>
        <p:spPr>
          <a:xfrm flipH="1" flipV="1">
            <a:off x="3066098" y="2826265"/>
            <a:ext cx="807608" cy="257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94BF1-70EF-4657-9FD2-7268FCDD2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263362" y="3318701"/>
            <a:ext cx="827570" cy="608883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6D69FB-8A1F-404E-954A-39D19CE8E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70651" y="3318701"/>
            <a:ext cx="825191" cy="6140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3F1246-E233-4D62-8729-6E01225C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>
            <a:off x="5273557" y="2828843"/>
            <a:ext cx="807608" cy="257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1E2D7D-D261-4A75-B9BC-0BBF0469A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070651" y="1724945"/>
            <a:ext cx="825191" cy="6140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9" name="Овал 14">
            <a:extLst>
              <a:ext uri="{FF2B5EF4-FFF2-40B4-BE49-F238E27FC236}">
                <a16:creationId xmlns:a16="http://schemas.microsoft.com/office/drawing/2014/main" id="{4AA732B5-FC4B-4A01-AFB1-F5DEB4AE2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32721" y="1924589"/>
            <a:ext cx="1899731" cy="1899728"/>
          </a:xfrm>
          <a:prstGeom prst="ellipse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Овал 14">
            <a:extLst>
              <a:ext uri="{FF2B5EF4-FFF2-40B4-BE49-F238E27FC236}">
                <a16:creationId xmlns:a16="http://schemas.microsoft.com/office/drawing/2014/main" id="{2AF27178-6C1A-4F27-A92C-C18958EB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6098" y="1525301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Овал 14">
            <a:extLst>
              <a:ext uri="{FF2B5EF4-FFF2-40B4-BE49-F238E27FC236}">
                <a16:creationId xmlns:a16="http://schemas.microsoft.com/office/drawing/2014/main" id="{BE0CD8D1-17DB-40F6-A65E-4DCA16673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696197" y="1530458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1" name="Овал 14">
            <a:extLst>
              <a:ext uri="{FF2B5EF4-FFF2-40B4-BE49-F238E27FC236}">
                <a16:creationId xmlns:a16="http://schemas.microsoft.com/office/drawing/2014/main" id="{DBF77BC9-726B-446A-B583-7B15877E0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081165" y="2631778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Овал 14">
            <a:extLst>
              <a:ext uri="{FF2B5EF4-FFF2-40B4-BE49-F238E27FC236}">
                <a16:creationId xmlns:a16="http://schemas.microsoft.com/office/drawing/2014/main" id="{76B86DC7-34B6-4403-88DE-EA9DD47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66809" y="2626620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Овал 14">
            <a:extLst>
              <a:ext uri="{FF2B5EF4-FFF2-40B4-BE49-F238E27FC236}">
                <a16:creationId xmlns:a16="http://schemas.microsoft.com/office/drawing/2014/main" id="{F641A164-CB54-4FBB-8A1F-C73AFBF78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6098" y="3727940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Овал 14">
            <a:extLst>
              <a:ext uri="{FF2B5EF4-FFF2-40B4-BE49-F238E27FC236}">
                <a16:creationId xmlns:a16="http://schemas.microsoft.com/office/drawing/2014/main" id="{499DA529-A0FF-4067-8AEF-3FDE2C3A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696197" y="3733097"/>
            <a:ext cx="399289" cy="399289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506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Chart Title">
            <a:extLst>
              <a:ext uri="{FF2B5EF4-FFF2-40B4-BE49-F238E27FC236}">
                <a16:creationId xmlns:a16="http://schemas.microsoft.com/office/drawing/2014/main" id="{7ED65BE2-48E9-41D2-AD5F-16BB3D7278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28821" y="2513840"/>
            <a:ext cx="1886358" cy="6147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Add Title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FED8E20B-6C3E-473E-BA6C-6A8BF54389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19" y="1525970"/>
            <a:ext cx="2401467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ext">
            <a:extLst>
              <a:ext uri="{FF2B5EF4-FFF2-40B4-BE49-F238E27FC236}">
                <a16:creationId xmlns:a16="http://schemas.microsoft.com/office/drawing/2014/main" id="{2A5E3286-0F43-4B4B-83AD-89ECE0104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0342" y="2617088"/>
            <a:ext cx="1998760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6C886B0A-F7FB-443C-8E9D-431704D361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918" y="3718966"/>
            <a:ext cx="2401467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1200382F-6E85-4643-BB97-D08B303CAF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8613" y="1521484"/>
            <a:ext cx="241072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Item 5 Text">
            <a:extLst>
              <a:ext uri="{FF2B5EF4-FFF2-40B4-BE49-F238E27FC236}">
                <a16:creationId xmlns:a16="http://schemas.microsoft.com/office/drawing/2014/main" id="{A7860D47-F00A-4556-8C9B-6F0BF7E0FE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78161" y="2619200"/>
            <a:ext cx="200286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6 Text">
            <a:extLst>
              <a:ext uri="{FF2B5EF4-FFF2-40B4-BE49-F238E27FC236}">
                <a16:creationId xmlns:a16="http://schemas.microsoft.com/office/drawing/2014/main" id="{84A6D190-21EB-4D6C-B656-9DBD1F0A60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613" y="3723452"/>
            <a:ext cx="2410722" cy="4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6" name="Page Number">
            <a:extLst>
              <a:ext uri="{FF2B5EF4-FFF2-40B4-BE49-F238E27FC236}">
                <a16:creationId xmlns:a16="http://schemas.microsoft.com/office/drawing/2014/main" id="{04C681CD-365D-47CC-8E66-4F0907AE9E9A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8" name="WSE logo">
            <a:extLst>
              <a:ext uri="{FF2B5EF4-FFF2-40B4-BE49-F238E27FC236}">
                <a16:creationId xmlns:a16="http://schemas.microsoft.com/office/drawing/2014/main" id="{0CEDB7AD-CD61-4E2F-A8BB-6836F873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5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688A55F-975D-4F71-93A6-A10CD71A8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23189"/>
            <a:ext cx="8085415" cy="841471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4" name="Statistic 1 Title">
            <a:extLst>
              <a:ext uri="{FF2B5EF4-FFF2-40B4-BE49-F238E27FC236}">
                <a16:creationId xmlns:a16="http://schemas.microsoft.com/office/drawing/2014/main" id="{A2828BA5-8825-421A-93CA-412CC2166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2777" y="1351987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5" name="Statistic 1 Text">
            <a:extLst>
              <a:ext uri="{FF2B5EF4-FFF2-40B4-BE49-F238E27FC236}">
                <a16:creationId xmlns:a16="http://schemas.microsoft.com/office/drawing/2014/main" id="{9AACFF7D-2C0A-4B7F-AF8F-7484D3D4FD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92777" y="1629279"/>
            <a:ext cx="1894469" cy="387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0" name="Bar 1">
            <a:extLst>
              <a:ext uri="{FF2B5EF4-FFF2-40B4-BE49-F238E27FC236}">
                <a16:creationId xmlns:a16="http://schemas.microsoft.com/office/drawing/2014/main" id="{93D57781-D93A-442A-96CE-A747726F174D}"/>
              </a:ext>
            </a:extLst>
          </p:cNvPr>
          <p:cNvSpPr/>
          <p:nvPr userDrawn="1"/>
        </p:nvSpPr>
        <p:spPr>
          <a:xfrm>
            <a:off x="3479956" y="1410845"/>
            <a:ext cx="3684449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Statistic 1">
            <a:extLst>
              <a:ext uri="{FF2B5EF4-FFF2-40B4-BE49-F238E27FC236}">
                <a16:creationId xmlns:a16="http://schemas.microsoft.com/office/drawing/2014/main" id="{D6B9C495-8208-4219-982B-220ABA0EE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1317" y="1466497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6" name="Statistic 2 Title">
            <a:extLst>
              <a:ext uri="{FF2B5EF4-FFF2-40B4-BE49-F238E27FC236}">
                <a16:creationId xmlns:a16="http://schemas.microsoft.com/office/drawing/2014/main" id="{D3EBB2D5-A2D5-4365-859D-51DA028D3D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2777" y="2435733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7" name="Statistic 2 Text">
            <a:extLst>
              <a:ext uri="{FF2B5EF4-FFF2-40B4-BE49-F238E27FC236}">
                <a16:creationId xmlns:a16="http://schemas.microsoft.com/office/drawing/2014/main" id="{7BC65CCB-9363-4D63-A4D4-DD49F03D1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92777" y="2713026"/>
            <a:ext cx="1894469" cy="3840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20" name="Bar 2">
            <a:extLst>
              <a:ext uri="{FF2B5EF4-FFF2-40B4-BE49-F238E27FC236}">
                <a16:creationId xmlns:a16="http://schemas.microsoft.com/office/drawing/2014/main" id="{3F19ABFC-9EDB-4279-9B2E-370828358ADD}"/>
              </a:ext>
            </a:extLst>
          </p:cNvPr>
          <p:cNvSpPr/>
          <p:nvPr userDrawn="1"/>
        </p:nvSpPr>
        <p:spPr>
          <a:xfrm>
            <a:off x="3471258" y="2466942"/>
            <a:ext cx="3696046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2" name="Statistic 2">
            <a:extLst>
              <a:ext uri="{FF2B5EF4-FFF2-40B4-BE49-F238E27FC236}">
                <a16:creationId xmlns:a16="http://schemas.microsoft.com/office/drawing/2014/main" id="{D690B0D4-8B26-487C-8441-16F00BBA0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1317" y="2517102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8" name="Statistic 3 Title">
            <a:extLst>
              <a:ext uri="{FF2B5EF4-FFF2-40B4-BE49-F238E27FC236}">
                <a16:creationId xmlns:a16="http://schemas.microsoft.com/office/drawing/2014/main" id="{63C7A322-1A38-4A5A-B964-E5BE146FBDB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92777" y="3521301"/>
            <a:ext cx="1894469" cy="269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9" name="Statistic 3 Text">
            <a:extLst>
              <a:ext uri="{FF2B5EF4-FFF2-40B4-BE49-F238E27FC236}">
                <a16:creationId xmlns:a16="http://schemas.microsoft.com/office/drawing/2014/main" id="{4F0EDD56-AE2E-40F4-940B-756962CEFEE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92777" y="3805908"/>
            <a:ext cx="1894469" cy="3840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0" name="Bar 3">
            <a:extLst>
              <a:ext uri="{FF2B5EF4-FFF2-40B4-BE49-F238E27FC236}">
                <a16:creationId xmlns:a16="http://schemas.microsoft.com/office/drawing/2014/main" id="{7528A176-E210-49E6-95A5-644F8EDF274A}"/>
              </a:ext>
            </a:extLst>
          </p:cNvPr>
          <p:cNvSpPr/>
          <p:nvPr userDrawn="1"/>
        </p:nvSpPr>
        <p:spPr>
          <a:xfrm>
            <a:off x="3474157" y="3578339"/>
            <a:ext cx="3690248" cy="492167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35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Statistic 3">
            <a:extLst>
              <a:ext uri="{FF2B5EF4-FFF2-40B4-BE49-F238E27FC236}">
                <a16:creationId xmlns:a16="http://schemas.microsoft.com/office/drawing/2014/main" id="{FE09346B-1C78-4805-9F48-8CD3F17FAE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1317" y="3635812"/>
            <a:ext cx="1015866" cy="3808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E0E137-7C7D-4AE8-9803-F4EF3CB1D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8463118-2D51-43BB-B06A-C167F59A370B}"/>
              </a:ext>
            </a:extLst>
          </p:cNvPr>
          <p:cNvSpPr txBox="1"/>
          <p:nvPr userDrawn="1"/>
        </p:nvSpPr>
        <p:spPr>
          <a:xfrm>
            <a:off x="7891462" y="4860169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685783">
                <a:defRPr/>
              </a:pPr>
              <a:t>‹#›</a:t>
            </a:fld>
            <a:endParaRPr lang="en-US" sz="1000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D2618F72-DEAB-49F5-8AE3-9710A790B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2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7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58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126" r:id="rId3"/>
    <p:sldLayoutId id="2147484035" r:id="rId4"/>
    <p:sldLayoutId id="2147484122" r:id="rId5"/>
    <p:sldLayoutId id="2147484120" r:id="rId6"/>
    <p:sldLayoutId id="2147484121" r:id="rId7"/>
    <p:sldLayoutId id="2147484123" r:id="rId8"/>
    <p:sldLayoutId id="2147483959" r:id="rId9"/>
    <p:sldLayoutId id="2147483964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39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34" r:id="rId3"/>
    <p:sldLayoutId id="2147484104" r:id="rId4"/>
    <p:sldLayoutId id="2147484105" r:id="rId5"/>
    <p:sldLayoutId id="2147484015" r:id="rId6"/>
    <p:sldLayoutId id="2147484016" r:id="rId7"/>
    <p:sldLayoutId id="2147484027" r:id="rId8"/>
    <p:sldLayoutId id="2147484033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9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107" r:id="rId3"/>
    <p:sldLayoutId id="2147484071" r:id="rId4"/>
    <p:sldLayoutId id="2147484072" r:id="rId5"/>
    <p:sldLayoutId id="2147484108" r:id="rId6"/>
    <p:sldLayoutId id="2147484073" r:id="rId7"/>
    <p:sldLayoutId id="2147484082" r:id="rId8"/>
    <p:sldLayoutId id="2147484081" r:id="rId9"/>
    <p:sldLayoutId id="2147484084" r:id="rId10"/>
    <p:sldLayoutId id="2147484083" r:id="rId11"/>
    <p:sldLayoutId id="2147484085" r:id="rId12"/>
    <p:sldLayoutId id="2147484077" r:id="rId13"/>
    <p:sldLayoutId id="2147484074" r:id="rId14"/>
    <p:sldLayoutId id="2147484075" r:id="rId15"/>
    <p:sldLayoutId id="2147484111" r:id="rId16"/>
    <p:sldLayoutId id="2147484112" r:id="rId17"/>
    <p:sldLayoutId id="2147484113" r:id="rId18"/>
    <p:sldLayoutId id="2147484114" r:id="rId19"/>
    <p:sldLayoutId id="2147484078" r:id="rId20"/>
    <p:sldLayoutId id="2147484079" r:id="rId21"/>
    <p:sldLayoutId id="2147484080" r:id="rId22"/>
    <p:sldLayoutId id="2147484086" r:id="rId23"/>
    <p:sldLayoutId id="2147484087" r:id="rId24"/>
    <p:sldLayoutId id="2147484118" r:id="rId25"/>
    <p:sldLayoutId id="2147484088" r:id="rId26"/>
    <p:sldLayoutId id="2147484089" r:id="rId2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6076286-1248-4513-8951-8BAA9550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ahoma"/>
                <a:ea typeface="Tahoma"/>
                <a:cs typeface="Tahoma"/>
              </a:rPr>
              <a:t>Final Project Critical Design Review</a:t>
            </a:r>
          </a:p>
        </p:txBody>
      </p:sp>
      <p:sp>
        <p:nvSpPr>
          <p:cNvPr id="9" name="Lecture Title">
            <a:extLst>
              <a:ext uri="{FF2B5EF4-FFF2-40B4-BE49-F238E27FC236}">
                <a16:creationId xmlns:a16="http://schemas.microsoft.com/office/drawing/2014/main" id="{6E9DDCCD-6809-49BB-9647-A8B2884DA2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lnSpcReduction="10000"/>
          </a:bodyPr>
          <a:lstStyle/>
          <a:p>
            <a:r>
              <a:rPr lang="en-US">
                <a:latin typeface="Tahoma"/>
                <a:ea typeface="Tahoma"/>
                <a:cs typeface="Tahoma"/>
              </a:rPr>
              <a:t>Nguyen, Kevin</a:t>
            </a:r>
          </a:p>
        </p:txBody>
      </p:sp>
    </p:spTree>
    <p:extLst>
      <p:ext uri="{BB962C8B-B14F-4D97-AF65-F5344CB8AC3E}">
        <p14:creationId xmlns:p14="http://schemas.microsoft.com/office/powerpoint/2010/main" val="220832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53B5-487A-0AF8-DD76-2586A97E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/>
              <a:t>System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D633-37AA-B3C7-F7F9-0BF60AD320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9119" y="1069749"/>
            <a:ext cx="8085415" cy="3997755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dirty="0">
                <a:latin typeface="Tahoma"/>
                <a:ea typeface="Tahoma"/>
                <a:cs typeface="Tahoma"/>
              </a:rPr>
              <a:t>The system is a calculator that performs simple integer addition/subtraction and displays the result on an LCD display: </a:t>
            </a:r>
            <a:endParaRPr lang="en-US" dirty="0"/>
          </a:p>
          <a:p>
            <a:pPr lvl="1"/>
            <a:r>
              <a:rPr lang="en-US" b="1" dirty="0">
                <a:latin typeface="Tahoma"/>
                <a:ea typeface="Tahoma"/>
                <a:cs typeface="Tahoma"/>
              </a:rPr>
              <a:t>Inputs:</a:t>
            </a:r>
            <a:r>
              <a:rPr lang="en-US" dirty="0">
                <a:latin typeface="Tahoma"/>
                <a:ea typeface="Tahoma"/>
                <a:cs typeface="Tahoma"/>
              </a:rPr>
              <a:t> The user shall provide keypad presses which are captured by the microcontroller's GPIO pins connected to the keypad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5000000000000000000" pitchFamily="2" charset="2"/>
            </a:pPr>
            <a:r>
              <a:rPr lang="en-US" b="1" dirty="0">
                <a:latin typeface="Tahoma"/>
                <a:ea typeface="Tahoma"/>
                <a:cs typeface="Tahoma"/>
              </a:rPr>
              <a:t>Function: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</a:p>
          <a:p>
            <a:pPr lvl="1">
              <a:buFont typeface="Courier New" panose="05000000000000000000" pitchFamily="2" charset="2"/>
            </a:pPr>
            <a:r>
              <a:rPr lang="en-US" dirty="0">
                <a:latin typeface="Tahoma"/>
                <a:ea typeface="Tahoma"/>
                <a:cs typeface="Tahoma"/>
              </a:rPr>
              <a:t>Each keypad input is decoded and identified as operator, operand, or command</a:t>
            </a:r>
            <a:endParaRPr lang="en-US" dirty="0"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</a:pPr>
            <a:r>
              <a:rPr lang="en-US" dirty="0">
                <a:latin typeface="Tahoma"/>
                <a:ea typeface="Tahoma"/>
                <a:cs typeface="Tahoma"/>
              </a:rPr>
              <a:t>Operators and operands are buffered and displayed on the LCD in real-time Operands are constructed from a series of digit keypresses.  </a:t>
            </a:r>
            <a:endParaRPr lang="en-US">
              <a:latin typeface="Tahoma"/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</a:pPr>
            <a:r>
              <a:rPr lang="en-US" dirty="0">
                <a:latin typeface="Tahoma"/>
                <a:ea typeface="Tahoma"/>
                <a:cs typeface="Tahoma"/>
              </a:rPr>
              <a:t>An equal or operator command keypress instructs the ALU to perform the arithmetic operation.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b="1" dirty="0">
                <a:latin typeface="Tahoma"/>
                <a:ea typeface="Tahoma"/>
                <a:cs typeface="Tahoma"/>
              </a:rPr>
              <a:t>Outputs:</a:t>
            </a:r>
            <a:r>
              <a:rPr lang="en-US" dirty="0">
                <a:latin typeface="Tahoma"/>
                <a:ea typeface="Tahoma"/>
                <a:cs typeface="Tahoma"/>
              </a:rPr>
              <a:t> The LCD driver converts the ALU result into a binary format to be shown on the LCD display.  GPIO functions are used to drive the pins connected to the LCD display.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1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uter hardware system&#10;&#10;Description automatically generated">
            <a:extLst>
              <a:ext uri="{FF2B5EF4-FFF2-40B4-BE49-F238E27FC236}">
                <a16:creationId xmlns:a16="http://schemas.microsoft.com/office/drawing/2014/main" id="{C5A66AA7-B5BC-909E-407A-D96BE47ED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94" y="957755"/>
            <a:ext cx="7020618" cy="4046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BA783D-AD25-2426-6A67-BD3A9EF0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System Block Diagram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AE87A3-99B4-6562-DC0D-FD717ED17911}"/>
              </a:ext>
            </a:extLst>
          </p:cNvPr>
          <p:cNvCxnSpPr/>
          <p:nvPr/>
        </p:nvCxnSpPr>
        <p:spPr>
          <a:xfrm>
            <a:off x="1617424" y="3084536"/>
            <a:ext cx="577040" cy="43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21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8989-0A1D-C6EA-685E-630C3781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System Schematic</a:t>
            </a:r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B9917591-F67D-CAFC-511D-DE564730F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077592"/>
            <a:ext cx="5403850" cy="388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E39B-445B-0177-E902-EB5DD7CA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/>
              <a:t>Subsystems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19F12-C44C-A539-6D65-C5656C1AA8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892" y="1119641"/>
            <a:ext cx="7708753" cy="3740921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Keypad</a:t>
            </a:r>
            <a:endParaRPr lang="en-US"/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4x4 array of keys which are connected to MCU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Decoder/Buffers</a:t>
            </a:r>
            <a:endParaRPr lang="en-US" b="1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Decodes keypad inputs and stores into buffer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ALU</a:t>
            </a:r>
            <a:endParaRPr lang="en-US" b="1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Performs integer addition/subtraction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LCD &amp; GPIO Drivers</a:t>
            </a:r>
            <a:endParaRPr lang="en-US" b="1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Converts strings into format that can be driven out on GPIO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LCD Display</a:t>
            </a:r>
            <a:endParaRPr lang="en-US" b="1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Displays data on LCD screen and has a controller which can be configured into different modes of operation</a:t>
            </a:r>
            <a:endParaRPr lang="en-US" dirty="0">
              <a:latin typeface="Tahoma" panose="020B0604030504040204" pitchFamily="34" charset="0"/>
              <a:ea typeface="Tahoma"/>
              <a:cs typeface="Tahoma"/>
            </a:endParaRPr>
          </a:p>
          <a:p>
            <a:pPr lvl="1"/>
            <a:endParaRPr lang="en-US" dirty="0">
              <a:ea typeface="Tahoma"/>
              <a:cs typeface="Tahoma"/>
            </a:endParaRPr>
          </a:p>
          <a:p>
            <a:pPr lvl="1">
              <a:buFont typeface="Wingdings,Sans-Serif" panose="02070309020205020404" pitchFamily="49" charset="0"/>
            </a:pPr>
            <a:endParaRPr lang="en-US" dirty="0">
              <a:ea typeface="Tahoma"/>
              <a:cs typeface="Tahoma"/>
            </a:endParaRPr>
          </a:p>
          <a:p>
            <a:pPr lvl="1"/>
            <a:endParaRPr lang="en-US" dirty="0"/>
          </a:p>
          <a:p>
            <a:pPr marL="229870" indent="-22987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2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E39B-445B-0177-E902-EB5DD7CA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/>
              <a:t>Keypad Subsystem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19F12-C44C-A539-6D65-C5656C1AA8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892" y="1119641"/>
            <a:ext cx="5373058" cy="3740921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Description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A 4x4 array of switches where each row is connected to each column via a switch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Keypad has 4 row pins and 4 column pins</a:t>
            </a: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dirty="0">
                <a:latin typeface="Tahoma"/>
                <a:ea typeface="Tahoma"/>
                <a:cs typeface="Tahoma"/>
              </a:rPr>
              <a:t>Inputs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User input, physical press of a key</a:t>
            </a: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dirty="0">
                <a:latin typeface="Tahoma"/>
                <a:ea typeface="Tahoma"/>
                <a:cs typeface="Tahoma"/>
              </a:rPr>
              <a:t>Outputs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Row pins connected to MCU GPIO output pins 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Column pins connected to GPIO input pins 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GPIO input pins are configured as external interrupts</a:t>
            </a:r>
            <a:endParaRPr lang="en-US" dirty="0">
              <a:ea typeface="Tahoma"/>
              <a:cs typeface="Tahoma"/>
            </a:endParaRPr>
          </a:p>
          <a:p>
            <a:pPr lvl="1"/>
            <a:endParaRPr lang="en-US" dirty="0">
              <a:ea typeface="Tahoma"/>
              <a:cs typeface="Tahoma"/>
            </a:endParaRPr>
          </a:p>
          <a:p>
            <a:pPr lvl="1">
              <a:buFont typeface="Wingdings,Sans-Serif" panose="02070309020205020404" pitchFamily="49" charset="0"/>
            </a:pPr>
            <a:endParaRPr lang="en-US" dirty="0">
              <a:ea typeface="Tahoma"/>
              <a:cs typeface="Tahoma"/>
            </a:endParaRPr>
          </a:p>
          <a:p>
            <a:pPr lvl="1"/>
            <a:endParaRPr lang="en-US" dirty="0"/>
          </a:p>
          <a:p>
            <a:pPr marL="229870" indent="-229870"/>
            <a:endParaRPr lang="en-US"/>
          </a:p>
        </p:txBody>
      </p:sp>
      <p:pic>
        <p:nvPicPr>
          <p:cNvPr id="4" name="Picture 3" descr="A diagram of a circuit diagram&#10;&#10;Description automatically generated">
            <a:extLst>
              <a:ext uri="{FF2B5EF4-FFF2-40B4-BE49-F238E27FC236}">
                <a16:creationId xmlns:a16="http://schemas.microsoft.com/office/drawing/2014/main" id="{F687DED1-4433-8895-B950-7A13D581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36" y="145522"/>
            <a:ext cx="2743200" cy="2639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3820E0-DD92-5818-FFAA-6BB42551638D}"/>
              </a:ext>
            </a:extLst>
          </p:cNvPr>
          <p:cNvSpPr txBox="1"/>
          <p:nvPr/>
        </p:nvSpPr>
        <p:spPr>
          <a:xfrm>
            <a:off x="5734050" y="3003550"/>
            <a:ext cx="2743200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Keypad mapping: ​</a:t>
            </a:r>
          </a:p>
          <a:p>
            <a:r>
              <a:rPr lang="en-US" sz="1600" dirty="0"/>
              <a:t>"A": add ​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/>
              <a:t>"B": subtract​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/>
              <a:t>"C": clear​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/>
              <a:t>"D": equate, perform operation​</a:t>
            </a:r>
          </a:p>
          <a:p>
            <a:r>
              <a:rPr lang="en-US" sz="1600" dirty="0">
                <a:ea typeface="Tahoma"/>
                <a:cs typeface="Tahoma"/>
              </a:rPr>
              <a:t>"*": Shift display left</a:t>
            </a:r>
          </a:p>
          <a:p>
            <a:r>
              <a:rPr lang="en-US" sz="1600" dirty="0">
                <a:ea typeface="Tahoma"/>
                <a:cs typeface="Tahoma"/>
              </a:rPr>
              <a:t>"#": Shift display right</a:t>
            </a:r>
          </a:p>
          <a:p>
            <a:endParaRPr lang="en-US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1983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E39B-445B-0177-E902-EB5DD7CA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/>
              <a:t>Decoder &amp; Buffers Subsystems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19F12-C44C-A539-6D65-C5656C1AA8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321" y="1155927"/>
            <a:ext cx="8257772" cy="3740921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Decoder</a:t>
            </a:r>
          </a:p>
          <a:p>
            <a:pPr lvl="1"/>
            <a:r>
              <a:rPr lang="en-US" dirty="0">
                <a:ea typeface="Tahoma"/>
                <a:cs typeface="Tahoma"/>
              </a:rPr>
              <a:t>Inputs: </a:t>
            </a:r>
          </a:p>
          <a:p>
            <a:pPr lvl="2" indent="-285750">
              <a:buFont typeface="Arial" panose="02070309020205020404" pitchFamily="49" charset="0"/>
            </a:pPr>
            <a:r>
              <a:rPr lang="en-US" dirty="0">
                <a:ea typeface="Tahoma"/>
                <a:cs typeface="Tahoma"/>
              </a:rPr>
              <a:t>Column pins generate an external interrupt in the program</a:t>
            </a:r>
          </a:p>
          <a:p>
            <a:pPr lvl="1"/>
            <a:r>
              <a:rPr lang="en-US" dirty="0">
                <a:ea typeface="Tahoma"/>
                <a:cs typeface="Tahoma"/>
              </a:rPr>
              <a:t>Outputs: </a:t>
            </a:r>
          </a:p>
          <a:p>
            <a:pPr lvl="1"/>
            <a:r>
              <a:rPr lang="en-US" dirty="0">
                <a:ea typeface="Tahoma"/>
                <a:cs typeface="Tahoma"/>
              </a:rPr>
              <a:t>Row pins are driven to known values </a:t>
            </a:r>
          </a:p>
          <a:p>
            <a:pPr lvl="2"/>
            <a:r>
              <a:rPr lang="en-US" dirty="0">
                <a:ea typeface="Tahoma"/>
                <a:cs typeface="Tahoma"/>
              </a:rPr>
              <a:t>Decoded keypress string</a:t>
            </a:r>
            <a:endParaRPr lang="en-US"/>
          </a:p>
          <a:p>
            <a:pPr lvl="1"/>
            <a:endParaRPr lang="en-US" dirty="0">
              <a:ea typeface="Tahoma"/>
              <a:cs typeface="Tahoma"/>
            </a:endParaRP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b="1" dirty="0">
                <a:latin typeface="Tahoma"/>
                <a:ea typeface="Tahoma"/>
                <a:cs typeface="Tahoma"/>
              </a:rPr>
              <a:t>Buffers</a:t>
            </a:r>
            <a:endParaRPr lang="en-US">
              <a:ea typeface="Tahoma"/>
              <a:cs typeface="Tahoma"/>
            </a:endParaRPr>
          </a:p>
          <a:p>
            <a:pPr lvl="1"/>
            <a:r>
              <a:rPr lang="en-US" dirty="0">
                <a:ea typeface="Tahoma"/>
                <a:cs typeface="Tahoma"/>
              </a:rPr>
              <a:t>Inputs:</a:t>
            </a:r>
          </a:p>
          <a:p>
            <a:pPr lvl="2" indent="-285750">
              <a:buFont typeface="Arial" panose="02070309020205020404" pitchFamily="49" charset="0"/>
            </a:pPr>
            <a:r>
              <a:rPr lang="en-US" dirty="0">
                <a:ea typeface="Tahoma"/>
                <a:cs typeface="Tahoma"/>
              </a:rPr>
              <a:t>A series of digit keypresses </a:t>
            </a:r>
          </a:p>
          <a:p>
            <a:pPr lvl="1"/>
            <a:r>
              <a:rPr lang="en-US" dirty="0">
                <a:ea typeface="Tahoma"/>
                <a:cs typeface="Tahoma"/>
              </a:rPr>
              <a:t>Outputs:</a:t>
            </a:r>
          </a:p>
          <a:p>
            <a:pPr lvl="2"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Operands are constructed by buffering a series of digit keypresses until an operator key is pressed</a:t>
            </a:r>
          </a:p>
          <a:p>
            <a:pPr lvl="1"/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ea typeface="Tahoma"/>
              <a:cs typeface="Tahoma"/>
            </a:endParaRPr>
          </a:p>
          <a:p>
            <a:pPr marL="685800" lvl="1" indent="-342900">
              <a:buFont typeface="Courier New" panose="02070309020205020404" pitchFamily="49" charset="0"/>
              <a:buAutoNum type="arabicPeriod"/>
            </a:pPr>
            <a:endParaRPr lang="en-US" dirty="0">
              <a:ea typeface="Tahoma"/>
              <a:cs typeface="Tahoma"/>
            </a:endParaRPr>
          </a:p>
          <a:p>
            <a:pPr lvl="1">
              <a:buFont typeface="Wingdings,Sans-Serif" panose="02070309020205020404" pitchFamily="49" charset="0"/>
            </a:pPr>
            <a:endParaRPr lang="en-US" dirty="0">
              <a:ea typeface="Tahoma"/>
              <a:cs typeface="Tahoma"/>
            </a:endParaRPr>
          </a:p>
          <a:p>
            <a:pPr lvl="1"/>
            <a:endParaRPr lang="en-US" dirty="0"/>
          </a:p>
          <a:p>
            <a:pPr marL="229870" indent="-22987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FE0B-968B-D2B5-083B-761E3A19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ea typeface="Tahoma"/>
                <a:cs typeface="Tahoma"/>
              </a:rPr>
              <a:t>Arithmetic Logic Unit (ALU) Subsystem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BA042-1914-DF37-7C4B-3AAFCBAA44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919" y="1390650"/>
            <a:ext cx="8085415" cy="3404144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>
              <a:buFont typeface="Wingdings,Sans-Serif" panose="05000000000000000000" pitchFamily="2" charset="2"/>
            </a:pPr>
            <a:r>
              <a:rPr lang="en-US" b="1" dirty="0">
                <a:latin typeface="Tahoma"/>
                <a:ea typeface="Tahoma"/>
                <a:cs typeface="Tahoma"/>
              </a:rPr>
              <a:t>Description</a:t>
            </a:r>
            <a:endParaRPr lang="en-US" dirty="0">
              <a:latin typeface="Tahoma"/>
              <a:ea typeface="Tahoma"/>
              <a:cs typeface="Tahoma"/>
            </a:endParaRPr>
          </a:p>
          <a:p>
            <a:pPr marL="342900" lvl="1" indent="0">
              <a:buNone/>
            </a:pPr>
            <a:r>
              <a:rPr lang="en-US" dirty="0"/>
              <a:t>Performs specified addition or subtraction on integer operands</a:t>
            </a:r>
          </a:p>
          <a:p>
            <a:pPr marL="342900" lvl="1" indent="0">
              <a:buNone/>
            </a:pPr>
            <a:r>
              <a:rPr lang="en-US" dirty="0"/>
              <a:t>Provides result to LCD display driver </a:t>
            </a:r>
            <a:endParaRPr lang="en-US" dirty="0">
              <a:ea typeface="Tahoma"/>
              <a:cs typeface="Tahoma"/>
            </a:endParaRP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b="1" dirty="0">
                <a:latin typeface="Tahoma"/>
                <a:ea typeface="Tahoma"/>
                <a:cs typeface="Tahoma"/>
              </a:rPr>
              <a:t>Inputs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Operand, Operator, and Result register</a:t>
            </a:r>
            <a:endParaRPr lang="en-US" dirty="0">
              <a:latin typeface="Tahoma" panose="020B0604030504040204" pitchFamily="34" charset="0"/>
              <a:ea typeface="Tahoma"/>
              <a:cs typeface="Tahoma"/>
            </a:endParaRP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b="1" dirty="0">
                <a:latin typeface="Tahoma"/>
                <a:ea typeface="Tahoma"/>
                <a:cs typeface="Tahoma"/>
              </a:rPr>
              <a:t>Function</a:t>
            </a:r>
            <a:endParaRPr lang="en-US" b="1" dirty="0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First calculation require two operands </a:t>
            </a: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Result is stored in register</a:t>
            </a:r>
          </a:p>
          <a:p>
            <a:pPr lvl="1"/>
            <a:r>
              <a:rPr lang="en-US" dirty="0">
                <a:ea typeface="Tahoma"/>
                <a:cs typeface="Tahoma"/>
              </a:rPr>
              <a:t>Subsequent calculations use current operand and result register</a:t>
            </a:r>
          </a:p>
          <a:p>
            <a:pPr marL="229870" indent="-229870">
              <a:buFont typeface="Arial" panose="05000000000000000000" pitchFamily="2" charset="2"/>
              <a:buChar char="•"/>
            </a:pPr>
            <a:r>
              <a:rPr lang="en-US" b="1" dirty="0">
                <a:latin typeface="Tahoma"/>
                <a:ea typeface="Tahoma"/>
                <a:cs typeface="Tahoma"/>
              </a:rPr>
              <a:t>Outputs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dirty="0">
                <a:latin typeface="Tahoma"/>
                <a:ea typeface="Tahoma"/>
                <a:cs typeface="Tahoma"/>
              </a:rPr>
              <a:t>Integer operation result converted into a string format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Sent to LCD driver block</a:t>
            </a:r>
          </a:p>
          <a:p>
            <a:pPr marL="229870" indent="-229870">
              <a:buFont typeface="Wingdings,Sans-Serif" panose="05000000000000000000" pitchFamily="2" charset="2"/>
            </a:pPr>
            <a:endParaRPr lang="en-US" b="1" dirty="0"/>
          </a:p>
          <a:p>
            <a:pPr marL="229870" indent="-22987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8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AD86-3B7F-E383-369B-DD501CA8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solidFill>
                  <a:srgbClr val="000000"/>
                </a:solidFill>
                <a:ea typeface="Tahoma"/>
                <a:cs typeface="Tahoma"/>
              </a:rPr>
              <a:t>LCD Driver Subsystem</a:t>
            </a:r>
            <a:endParaRPr lang="en-US" b="0" dirty="0">
              <a:solidFill>
                <a:srgbClr val="000000"/>
              </a:solidFill>
              <a:ea typeface="Tahoma"/>
              <a:cs typeface="Tahom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B9DD3-4A28-5274-7FF6-0E1927BF4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919" y="1073150"/>
            <a:ext cx="8085415" cy="3785144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Description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Displays operands, operators and operation result on LCD display in real-time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Inputs</a:t>
            </a:r>
            <a:endParaRPr lang="en-US" b="1">
              <a:ea typeface="Tahoma"/>
              <a:cs typeface="Tahoma"/>
            </a:endParaRPr>
          </a:p>
          <a:p>
            <a:pPr lvl="1"/>
            <a:r>
              <a:rPr lang="en-US" dirty="0">
                <a:latin typeface="Tahoma"/>
                <a:ea typeface="Tahoma"/>
                <a:cs typeface="Tahoma"/>
              </a:rPr>
              <a:t>String-formatted operands and operators</a:t>
            </a:r>
            <a:endParaRPr lang="en-US" dirty="0">
              <a:latin typeface="Tahoma" panose="020B0604030504040204" pitchFamily="34" charset="0"/>
              <a:ea typeface="Tahoma"/>
              <a:cs typeface="Tahoma"/>
            </a:endParaRPr>
          </a:p>
          <a:p>
            <a:pPr lvl="1"/>
            <a:r>
              <a:rPr lang="en-US" dirty="0">
                <a:ea typeface="Tahoma"/>
                <a:cs typeface="Tahoma"/>
              </a:rPr>
              <a:t>Operation result from ALU</a:t>
            </a:r>
          </a:p>
          <a:p>
            <a:pPr marL="229870" indent="-229870">
              <a:buFont typeface="Wingdings" panose="02070309020205020404" pitchFamily="49" charset="0"/>
              <a:buChar char="§"/>
            </a:pPr>
            <a:r>
              <a:rPr lang="en-US" b="1" dirty="0">
                <a:latin typeface="Tahoma"/>
                <a:ea typeface="Tahoma"/>
                <a:cs typeface="Tahoma"/>
              </a:rPr>
              <a:t>Function</a:t>
            </a:r>
            <a:endParaRPr lang="en-US" b="1"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Initializes the LCD display microcontroller into 4-bit mode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Converts string inputs into an 8-bit binary value which is separated into two 4-bit commands sent to the LCD display</a:t>
            </a:r>
          </a:p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Outputs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Two 4-bit messages starting with the four MSBs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Sets RS pin high and data pins using the 4-bit input values</a:t>
            </a:r>
            <a:endParaRPr lang="en-US" dirty="0"/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Pulses EN pin on LCD display to clock in each 4-bit message</a:t>
            </a:r>
          </a:p>
          <a:p>
            <a:pPr lvl="1">
              <a:buFont typeface="Courier New" panose="05000000000000000000" pitchFamily="2" charset="2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en-US" dirty="0">
              <a:ea typeface="Tahoma"/>
              <a:cs typeface="Tahoma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en-US" dirty="0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9155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1E82-8324-D930-B694-F0C3975B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ea typeface="Tahoma"/>
                <a:cs typeface="Tahoma"/>
              </a:rPr>
              <a:t>LCD Initialization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C793-53DD-6250-C61E-8A73F17651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919" y="1390650"/>
            <a:ext cx="3595965" cy="3077573"/>
          </a:xfrm>
        </p:spPr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dirty="0">
                <a:latin typeface="Tahoma"/>
                <a:ea typeface="Tahoma"/>
                <a:cs typeface="Tahoma"/>
              </a:rPr>
              <a:t>Had to insert delays between commands to LCD</a:t>
            </a:r>
          </a:p>
          <a:p>
            <a:pPr marL="229870" indent="-229870"/>
            <a:endParaRPr lang="en-US" dirty="0"/>
          </a:p>
          <a:p>
            <a:pPr marL="229870" indent="-229870"/>
            <a:r>
              <a:rPr lang="en-US" dirty="0">
                <a:latin typeface="Tahoma"/>
                <a:ea typeface="Tahoma"/>
                <a:cs typeface="Tahoma"/>
              </a:rPr>
              <a:t>Set cursor to blinking mode using entry mode set instruction</a:t>
            </a:r>
            <a:endParaRPr lang="en-US" dirty="0"/>
          </a:p>
          <a:p>
            <a:pPr marL="229870" indent="-229870"/>
            <a:endParaRPr lang="en-US" dirty="0"/>
          </a:p>
          <a:p>
            <a:pPr marL="229870" indent="-229870"/>
            <a:r>
              <a:rPr lang="en-US" dirty="0">
                <a:latin typeface="Tahoma"/>
                <a:ea typeface="Tahoma"/>
                <a:cs typeface="Tahoma"/>
              </a:rPr>
              <a:t>Set to 4-bit mode which only requires upper 4 data pins (DB7-DB4)</a:t>
            </a:r>
            <a:endParaRPr lang="en-US" dirty="0"/>
          </a:p>
          <a:p>
            <a:pPr marL="229870" indent="-229870"/>
            <a:endParaRPr lang="en-US" dirty="0"/>
          </a:p>
          <a:p>
            <a:pPr marL="229870" indent="-229870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466AE3A-3BF5-929C-05E4-70DCF0C3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0" y="372274"/>
            <a:ext cx="4241800" cy="4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5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C962-CB6B-C3A4-0A7E-92648A1E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ea typeface="Tahoma"/>
                <a:cs typeface="Tahoma"/>
              </a:rPr>
              <a:t>LCD Message Instructions</a:t>
            </a:r>
            <a:endParaRPr lang="en-US" dirty="0"/>
          </a:p>
        </p:txBody>
      </p:sp>
      <p:pic>
        <p:nvPicPr>
          <p:cNvPr id="4" name="Picture 3" descr="A white and black document with black text&#10;&#10;Description automatically generated">
            <a:extLst>
              <a:ext uri="{FF2B5EF4-FFF2-40B4-BE49-F238E27FC236}">
                <a16:creationId xmlns:a16="http://schemas.microsoft.com/office/drawing/2014/main" id="{C2F6E292-9E72-8F27-CC12-E890F2CB2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1036694"/>
            <a:ext cx="4572000" cy="4143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6631A4-767D-7AAB-545E-13291FEAD9D0}"/>
              </a:ext>
            </a:extLst>
          </p:cNvPr>
          <p:cNvSpPr txBox="1"/>
          <p:nvPr/>
        </p:nvSpPr>
        <p:spPr>
          <a:xfrm>
            <a:off x="4679950" y="965200"/>
            <a:ext cx="441325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C586C0"/>
                </a:solidFill>
                <a:latin typeface="Consolas"/>
              </a:rPr>
              <a:t>#ifndef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 LCD16X2_H_</a:t>
            </a:r>
          </a:p>
          <a:p>
            <a:r>
              <a:rPr lang="en-US" sz="1000" dirty="0">
                <a:solidFill>
                  <a:srgbClr val="C586C0"/>
                </a:solidFill>
                <a:latin typeface="Consolas"/>
              </a:rPr>
              <a:t>#define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 LCD16X2_H_</a:t>
            </a:r>
          </a:p>
          <a:p>
            <a:br>
              <a:rPr lang="en-US" sz="1000" dirty="0">
                <a:latin typeface="Consolas"/>
              </a:rPr>
            </a:br>
            <a:r>
              <a:rPr lang="en-US" sz="1000" dirty="0">
                <a:solidFill>
                  <a:srgbClr val="C586C0"/>
                </a:solidFill>
                <a:latin typeface="Consolas"/>
              </a:rPr>
              <a:t>#include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"stm32wbxx_hal.h"</a:t>
            </a:r>
          </a:p>
          <a:p>
            <a:br>
              <a:rPr lang="en-US" sz="1000" dirty="0">
                <a:latin typeface="Consolas"/>
              </a:rPr>
            </a:br>
            <a:r>
              <a:rPr lang="en-US" sz="1000" dirty="0">
                <a:solidFill>
                  <a:srgbClr val="6A9955"/>
                </a:solidFill>
                <a:latin typeface="Consolas"/>
              </a:rPr>
              <a:t>//-----[ Prototypes For All Functions ]-----</a:t>
            </a:r>
          </a:p>
          <a:p>
            <a:br>
              <a:rPr lang="en-US" sz="1000" dirty="0">
                <a:latin typeface="Consolas"/>
              </a:rPr>
            </a:br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LCD_Init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          // Initialize The LCD For 4-Bit Interface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LCD_Clear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         // Clear The LCD Display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nsolas"/>
              </a:rPr>
              <a:t>LCD_SL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            // Shift The Entire Display To The Left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nsolas"/>
              </a:rPr>
              <a:t>LCD_SR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            // Shift The Entire Display To The Right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nsolas"/>
              </a:rPr>
              <a:t>LCD_CMD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unsigned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// Send Command To LCD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nsolas"/>
              </a:rPr>
              <a:t>LCD_DATA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unsigned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// Send 4-Bit Data To LCD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LCD_Set_Cursor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unsigned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unsigned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// Set Cursor Position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LCD_Write_Char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// Write Character To LCD At Current Position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LCD_Write_String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char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*);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// Write A String To LCD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LCD_Home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          // Returns display to original position</a:t>
            </a:r>
          </a:p>
          <a:p>
            <a:r>
              <a:rPr lang="en-US" sz="10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/>
              </a:rPr>
              <a:t>LCD_Set_Auto_Shift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int</a:t>
            </a:r>
            <a:r>
              <a:rPr lang="en-US" sz="1000" dirty="0">
                <a:solidFill>
                  <a:srgbClr val="D4D4D4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       // Configures display to automatically shift with cursor.</a:t>
            </a:r>
          </a:p>
          <a:p>
            <a:r>
              <a:rPr lang="en-US" sz="1000" dirty="0">
                <a:solidFill>
                  <a:srgbClr val="C586C0"/>
                </a:solidFill>
                <a:latin typeface="Consolas"/>
              </a:rPr>
              <a:t>#endif</a:t>
            </a:r>
            <a:r>
              <a:rPr lang="en-US" sz="1000" dirty="0">
                <a:solidFill>
                  <a:srgbClr val="6A9955"/>
                </a:solidFill>
                <a:latin typeface="Consolas"/>
              </a:rPr>
              <a:t> /* LCD16X2_H_ */</a:t>
            </a:r>
          </a:p>
          <a:p>
            <a:endParaRPr lang="en-US" sz="1000" dirty="0">
              <a:solidFill>
                <a:srgbClr val="D4D4D4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89286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4E4A9-E744-AE06-8A79-FE741C7E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ea typeface="Tahoma"/>
                <a:cs typeface="Tahoma"/>
              </a:rPr>
              <a:t>LCD Display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94BD6-8F6B-ABE9-99F1-2CD040BA65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91440" tIns="45720" rIns="91440" bIns="45720" anchor="t">
            <a:noAutofit/>
          </a:bodyPr>
          <a:lstStyle/>
          <a:p>
            <a:pPr marL="229870" indent="-229870"/>
            <a:r>
              <a:rPr lang="en-US" b="1" dirty="0">
                <a:latin typeface="Tahoma"/>
                <a:ea typeface="Tahoma"/>
                <a:cs typeface="Tahoma"/>
              </a:rPr>
              <a:t>Description</a:t>
            </a:r>
            <a:endParaRPr lang="en-US" dirty="0">
              <a:latin typeface="Tahoma"/>
              <a:ea typeface="Tahoma"/>
              <a:cs typeface="Tahoma"/>
            </a:endParaRP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 dirty="0"/>
              <a:t>Displays input operands/operators and results in real-time</a:t>
            </a:r>
            <a:endParaRPr lang="en-US" dirty="0">
              <a:ea typeface="Tahoma"/>
              <a:cs typeface="Tahoma"/>
            </a:endParaRPr>
          </a:p>
          <a:p>
            <a:pPr marL="229870" indent="-229870">
              <a:buFont typeface="Courier New,monospace" panose="05000000000000000000" pitchFamily="2" charset="2"/>
              <a:buChar char="o"/>
            </a:pPr>
            <a:r>
              <a:rPr lang="en-US" dirty="0">
                <a:ea typeface="Tahoma"/>
                <a:cs typeface="Tahoma"/>
              </a:rPr>
              <a:t>Input Pins:</a:t>
            </a:r>
          </a:p>
          <a:p>
            <a:pPr lvl="2" indent="-285750">
              <a:buFont typeface="Courier New,monospace" panose="05000000000000000000" pitchFamily="2" charset="2"/>
              <a:buChar char="o"/>
            </a:pPr>
            <a:r>
              <a:rPr lang="en-US" b="1" dirty="0">
                <a:ea typeface="Tahoma"/>
                <a:cs typeface="Tahoma"/>
              </a:rPr>
              <a:t>D0 – D7</a:t>
            </a:r>
            <a:r>
              <a:rPr lang="en-US" dirty="0">
                <a:ea typeface="Tahoma"/>
                <a:cs typeface="Tahoma"/>
              </a:rPr>
              <a:t> : 8 data pins which will be applied to LCD internal registers</a:t>
            </a:r>
          </a:p>
          <a:p>
            <a:pPr lvl="2" indent="-285750">
              <a:buFont typeface="Courier New,monospace" panose="05000000000000000000" pitchFamily="2" charset="2"/>
              <a:buChar char="o"/>
            </a:pPr>
            <a:r>
              <a:rPr lang="en-US" b="1" dirty="0">
                <a:ea typeface="Tahoma"/>
                <a:cs typeface="Tahoma"/>
              </a:rPr>
              <a:t>RS</a:t>
            </a:r>
            <a:r>
              <a:rPr lang="en-US" dirty="0">
                <a:ea typeface="Tahoma"/>
                <a:cs typeface="Tahoma"/>
              </a:rPr>
              <a:t> : selects whether the input data is sent to the command or data registers</a:t>
            </a:r>
          </a:p>
          <a:p>
            <a:pPr lvl="2" indent="-285750">
              <a:buFont typeface="Courier New,monospace" panose="05000000000000000000" pitchFamily="2" charset="2"/>
              <a:buChar char="o"/>
            </a:pPr>
            <a:r>
              <a:rPr lang="en-US" b="1" dirty="0">
                <a:ea typeface="Tahoma"/>
                <a:cs typeface="Tahoma"/>
              </a:rPr>
              <a:t>E</a:t>
            </a:r>
            <a:r>
              <a:rPr lang="en-US" dirty="0">
                <a:ea typeface="Tahoma"/>
                <a:cs typeface="Tahoma"/>
              </a:rPr>
              <a:t> : enable pin is pulsed to shifts in values set on the data pins</a:t>
            </a:r>
          </a:p>
          <a:p>
            <a:pPr lvl="2" indent="-285750">
              <a:buFont typeface="Courier New,monospace" panose="05000000000000000000" pitchFamily="2" charset="2"/>
              <a:buChar char="o"/>
            </a:pPr>
            <a:r>
              <a:rPr lang="en-US" b="1" dirty="0">
                <a:ea typeface="Tahoma"/>
                <a:cs typeface="Tahoma"/>
              </a:rPr>
              <a:t>V0</a:t>
            </a:r>
            <a:r>
              <a:rPr lang="en-US" dirty="0">
                <a:ea typeface="Tahoma"/>
                <a:cs typeface="Tahoma"/>
              </a:rPr>
              <a:t> : controls the contrast level of LCD display when connected to potentiometer</a:t>
            </a:r>
            <a:endParaRPr lang="en-US" dirty="0"/>
          </a:p>
          <a:p>
            <a:pPr lvl="2" indent="-285750">
              <a:buFont typeface="Courier New,monospace" panose="05000000000000000000" pitchFamily="2" charset="2"/>
              <a:buChar char="o"/>
            </a:pPr>
            <a:r>
              <a:rPr lang="en-US" b="1" dirty="0">
                <a:ea typeface="Tahoma"/>
                <a:cs typeface="Tahoma"/>
              </a:rPr>
              <a:t>A and K pins : </a:t>
            </a:r>
            <a:r>
              <a:rPr lang="en-US" dirty="0">
                <a:ea typeface="Tahoma"/>
                <a:cs typeface="Tahoma"/>
              </a:rPr>
              <a:t>provides power to the LCD backlight, A is connected +5V and K is grounded</a:t>
            </a:r>
          </a:p>
          <a:p>
            <a:pPr lvl="2"/>
            <a:r>
              <a:rPr lang="en-US" b="1" dirty="0">
                <a:latin typeface="Tahoma"/>
                <a:ea typeface="Tahoma"/>
                <a:cs typeface="Tahoma"/>
              </a:rPr>
              <a:t>VSS/VDD pins: </a:t>
            </a:r>
            <a:r>
              <a:rPr lang="en-US" dirty="0">
                <a:latin typeface="Tahoma"/>
                <a:ea typeface="Tahoma"/>
                <a:cs typeface="Tahoma"/>
              </a:rPr>
              <a:t>power and ground for LCD internal controller connected to +5V and ground</a:t>
            </a:r>
          </a:p>
          <a:p>
            <a:pPr marL="229870" indent="-22987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09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484B-932C-559C-12D0-5822F4DF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dirty="0">
                <a:ea typeface="Tahoma"/>
                <a:cs typeface="Tahoma"/>
              </a:rPr>
              <a:t>Handling Consecutive Inputs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1ACAE-0C32-A06F-F064-31865E53B4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619" y="1174750"/>
            <a:ext cx="9031565" cy="3884023"/>
          </a:xfrm>
        </p:spPr>
        <p:txBody>
          <a:bodyPr lIns="91440" tIns="45720" rIns="91440" bIns="45720" anchor="t">
            <a:noAutofit/>
          </a:bodyPr>
          <a:lstStyle/>
          <a:p>
            <a:pPr marL="57150" lvl="1" indent="0">
              <a:buNone/>
            </a:pPr>
            <a:r>
              <a:rPr lang="en-US" dirty="0"/>
              <a:t>We perform additional calculations without the need for '=' key press.  The following example demonstrates how the LCD would display multiple operand inputs after the first calculation:</a:t>
            </a:r>
            <a:endParaRPr lang="en-US" dirty="0">
              <a:ea typeface="Tahoma"/>
              <a:cs typeface="Tahoma"/>
            </a:endParaRPr>
          </a:p>
          <a:p>
            <a:pPr marL="342900" lvl="1" indent="0">
              <a:buNone/>
            </a:pPr>
            <a:endParaRPr lang="en-US" dirty="0">
              <a:ea typeface="Tahoma"/>
              <a:cs typeface="Tahoma"/>
            </a:endParaRPr>
          </a:p>
          <a:p>
            <a:pPr marL="685800" lvl="1" indent="-342900">
              <a:buAutoNum type="arabicPeriod"/>
            </a:pPr>
            <a:r>
              <a:rPr lang="en-US" dirty="0">
                <a:ea typeface="Tahoma"/>
                <a:cs typeface="Tahoma"/>
              </a:rPr>
              <a:t>No result displayed on Line 2 of LCD yet.</a:t>
            </a:r>
          </a:p>
          <a:p>
            <a:pPr lvl="2"/>
            <a:r>
              <a:rPr lang="en-US" dirty="0"/>
              <a:t> LCD Line 1: &lt;operand_1&gt;&lt;operator_1&gt;&lt;operand_2&gt;</a:t>
            </a:r>
            <a:endParaRPr lang="en-US" dirty="0">
              <a:ea typeface="Tahoma"/>
              <a:cs typeface="Tahoma"/>
            </a:endParaRPr>
          </a:p>
          <a:p>
            <a:pPr lvl="2"/>
            <a:r>
              <a:rPr lang="en-US" dirty="0">
                <a:ea typeface="Tahoma"/>
                <a:cs typeface="Tahoma"/>
              </a:rPr>
              <a:t> LCD Line 2: </a:t>
            </a:r>
          </a:p>
          <a:p>
            <a:pPr marL="685800" lvl="1" indent="-342900">
              <a:buAutoNum type="arabicPeriod"/>
            </a:pPr>
            <a:r>
              <a:rPr lang="en-US" dirty="0">
                <a:ea typeface="Tahoma"/>
                <a:cs typeface="Tahoma"/>
              </a:rPr>
              <a:t>Pressing another operator on keypad &lt;operator_2&gt; triggers result from previous equation to be displayed</a:t>
            </a:r>
          </a:p>
          <a:p>
            <a:pPr marL="1028700" lvl="2"/>
            <a:r>
              <a:rPr lang="en-US" dirty="0"/>
              <a:t>LCD Line 1: </a:t>
            </a:r>
            <a:r>
              <a:rPr lang="en-US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&lt;operand_1&gt; &lt;operator_1&gt; &lt;operand_2&gt;</a:t>
            </a:r>
            <a:r>
              <a:rPr lang="en-US" dirty="0"/>
              <a:t> </a:t>
            </a:r>
            <a:r>
              <a:rPr lang="en-US" dirty="0">
                <a:solidFill>
                  <a:srgbClr val="009B77"/>
                </a:solidFill>
              </a:rPr>
              <a:t>&lt;operator_2&gt;...</a:t>
            </a:r>
            <a:endParaRPr lang="en-US" dirty="0">
              <a:solidFill>
                <a:srgbClr val="009B77"/>
              </a:solidFill>
              <a:ea typeface="Tahoma"/>
              <a:cs typeface="Tahoma"/>
            </a:endParaRPr>
          </a:p>
          <a:p>
            <a:pPr marL="1028700" lvl="2"/>
            <a:r>
              <a:rPr lang="en-US" dirty="0">
                <a:solidFill>
                  <a:srgbClr val="009B77"/>
                </a:solidFill>
                <a:ea typeface="Tahoma"/>
                <a:cs typeface="Tahoma"/>
              </a:rPr>
              <a:t>LCD Line 2: &lt;result_1&gt;</a:t>
            </a:r>
          </a:p>
          <a:p>
            <a:pPr marL="685800" lvl="1" indent="-342900">
              <a:buAutoNum type="arabicPeriod"/>
            </a:pPr>
            <a:r>
              <a:rPr lang="en-US" dirty="0">
                <a:ea typeface="Tahoma"/>
                <a:cs typeface="Tahoma"/>
              </a:rPr>
              <a:t>Same thing for each additional operator/operand added</a:t>
            </a:r>
          </a:p>
          <a:p>
            <a:pPr marL="1028700" lvl="2"/>
            <a:r>
              <a:rPr lang="en-US" dirty="0"/>
              <a:t>LCD Line 1: ...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u="sng" dirty="0">
                <a:solidFill>
                  <a:srgbClr val="000000"/>
                </a:solidFill>
              </a:rPr>
              <a:t>&lt;</a:t>
            </a:r>
            <a:r>
              <a:rPr lang="en-US" u="sng" dirty="0"/>
              <a:t>operand_2&gt; &lt;operator_2&gt;&lt;operand_3&gt;</a:t>
            </a:r>
            <a:r>
              <a:rPr lang="en-US" dirty="0"/>
              <a:t>&lt;operator_3&gt;</a:t>
            </a:r>
            <a:endParaRPr lang="en-US">
              <a:ea typeface="Tahoma"/>
              <a:cs typeface="Tahoma"/>
            </a:endParaRPr>
          </a:p>
          <a:p>
            <a:pPr marL="1028700" lvl="2"/>
            <a:r>
              <a:rPr lang="en-US" dirty="0"/>
              <a:t>LCD Line 2: &lt;result_2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endParaRPr lang="en-US" dirty="0">
              <a:solidFill>
                <a:srgbClr val="000000"/>
              </a:solidFill>
              <a:ea typeface="Tahoma"/>
              <a:cs typeface="Tahoma"/>
            </a:endParaRPr>
          </a:p>
          <a:p>
            <a:pPr marL="1028700" lvl="2"/>
            <a:endParaRPr lang="en-US" dirty="0">
              <a:solidFill>
                <a:srgbClr val="000000"/>
              </a:solidFill>
              <a:ea typeface="Tahoma"/>
              <a:cs typeface="Tahoma"/>
            </a:endParaRPr>
          </a:p>
          <a:p>
            <a:pPr marL="1028700" lvl="2"/>
            <a:endParaRPr lang="en-US" dirty="0">
              <a:ea typeface="Tahoma"/>
              <a:cs typeface="Tahoma"/>
            </a:endParaRPr>
          </a:p>
          <a:p>
            <a:pPr marL="685800" lvl="1" indent="-342900">
              <a:buFont typeface="Courier New" panose="02070309020205020404" pitchFamily="49" charset="0"/>
              <a:buAutoNum type="arabicPeriod"/>
            </a:pPr>
            <a:endParaRPr lang="en-US" dirty="0">
              <a:ea typeface="Tahoma"/>
              <a:cs typeface="Tahoma"/>
            </a:endParaRPr>
          </a:p>
          <a:p>
            <a:pPr marL="229870" indent="-22987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8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7965-2740-491A-FF51-B5EC96C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Plan and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222C4-81D7-ECC0-D90D-346D44844A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1691" y="740675"/>
            <a:ext cx="8085415" cy="4231833"/>
          </a:xfrm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endParaRPr lang="en-US" dirty="0">
              <a:latin typeface="Tahoma"/>
              <a:ea typeface="Tahoma"/>
              <a:cs typeface="Tahoma"/>
            </a:endParaRPr>
          </a:p>
          <a:p>
            <a:pPr marL="685800" lvl="1" indent="-342900">
              <a:buAutoNum type="arabicPeriod"/>
            </a:pPr>
            <a:r>
              <a:rPr lang="en-US" b="1" dirty="0"/>
              <a:t>Keypad =&gt; Decoder Interface</a:t>
            </a:r>
            <a:endParaRPr lang="en-US" dirty="0">
              <a:ea typeface="Tahoma"/>
              <a:cs typeface="Tahom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dirty="0"/>
              <a:t>Verify decoder captures/converts keypad inputs in ASCII and string formats</a:t>
            </a:r>
            <a:endParaRPr lang="en-US" dirty="0">
              <a:ea typeface="Tahoma"/>
              <a:cs typeface="Tahoma"/>
            </a:endParaRPr>
          </a:p>
          <a:p>
            <a:pPr marL="685800" lvl="1" indent="-342900">
              <a:buAutoNum type="arabicPeriod"/>
            </a:pPr>
            <a:r>
              <a:rPr lang="en-US" b="1" dirty="0"/>
              <a:t>Decoder =&gt; Buffer Interface</a:t>
            </a:r>
            <a:endParaRPr lang="en-US" dirty="0">
              <a:ea typeface="Tahoma"/>
              <a:cs typeface="Tahoma"/>
            </a:endParaRPr>
          </a:p>
          <a:p>
            <a:pPr lvl="2">
              <a:buFont typeface="Arial,Sans-Serif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Decoder shall fill buffer with keypresses to construct each operand</a:t>
            </a:r>
          </a:p>
          <a:p>
            <a:pPr lvl="2">
              <a:buFont typeface="Arial,Sans-Serif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Decoder shall store the operator value to handle when # of operands &gt; 2</a:t>
            </a:r>
            <a:endParaRPr lang="en-US" dirty="0"/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Buffers =&gt; ALU Interface</a:t>
            </a:r>
            <a:endParaRPr lang="en-US" dirty="0">
              <a:ea typeface="Tahoma"/>
              <a:cs typeface="Tahoma"/>
            </a:endParaRPr>
          </a:p>
          <a:p>
            <a:pPr lvl="2">
              <a:buFont typeface="Arial,Sans-Serif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Develop conditions for when buffer will provide ALU with inputs</a:t>
            </a:r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Buffer =&gt; LCD Driver/Display</a:t>
            </a:r>
            <a:endParaRPr lang="en-US" dirty="0">
              <a:ea typeface="Tahoma"/>
              <a:cs typeface="Tahoma"/>
            </a:endParaRPr>
          </a:p>
          <a:p>
            <a:pPr lvl="2">
              <a:buFont typeface="Arial,Sans-Serif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Buffers shall provide keypress inputs to the LCD driver in real-time for display</a:t>
            </a:r>
          </a:p>
          <a:p>
            <a:pPr marL="685800" lvl="1" indent="-342900">
              <a:buAutoNum type="arabicPeriod"/>
            </a:pPr>
            <a:r>
              <a:rPr lang="en-US" b="1" dirty="0"/>
              <a:t>ALU =&gt; LCD Driver/Display</a:t>
            </a:r>
            <a:endParaRPr lang="en-US" dirty="0">
              <a:ea typeface="Tahoma"/>
              <a:cs typeface="Tahom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dirty="0">
                <a:ea typeface="Tahoma"/>
                <a:cs typeface="Tahoma"/>
              </a:rPr>
              <a:t>Verify ALU result correctly displayed on LCD</a:t>
            </a:r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System-Level Integration</a:t>
            </a:r>
            <a:endParaRPr lang="en-US" dirty="0">
              <a:ea typeface="Tahoma"/>
              <a:cs typeface="Tahoma"/>
            </a:endParaRPr>
          </a:p>
          <a:p>
            <a:pPr marL="1085850" lvl="2" indent="-285750"/>
            <a:r>
              <a:rPr lang="en-US" dirty="0">
                <a:ea typeface="Tahoma"/>
                <a:cs typeface="Tahoma"/>
              </a:rPr>
              <a:t>Test unique input combinations and corner cases</a:t>
            </a:r>
          </a:p>
          <a:p>
            <a:pPr marL="1085850" lvl="2" indent="-285750"/>
            <a:endParaRPr lang="en-US" dirty="0">
              <a:ea typeface="Tahoma"/>
              <a:cs typeface="Tahoma"/>
            </a:endParaRPr>
          </a:p>
          <a:p>
            <a:pPr marL="1085850" lvl="2" indent="-285750"/>
            <a:endParaRPr lang="en-US" dirty="0"/>
          </a:p>
          <a:p>
            <a:pPr marL="1085850" lvl="2" indent="-285750"/>
            <a:endParaRPr lang="en-US" dirty="0"/>
          </a:p>
          <a:p>
            <a:pPr marL="229870" indent="-22987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282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1A65-D5BB-7BE8-B595-8F7A127C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Plan and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F4C1-78C3-75B7-FF28-075E8437DB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0164" y="917685"/>
            <a:ext cx="8085415" cy="4028429"/>
          </a:xfrm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Keypad Input (~1 hour)</a:t>
            </a:r>
          </a:p>
          <a:p>
            <a:pPr lvl="2"/>
            <a:r>
              <a:rPr lang="en-US" dirty="0">
                <a:ea typeface="Tahoma"/>
                <a:cs typeface="Tahoma"/>
              </a:rPr>
              <a:t>Read and buffer keypad inputs and identify operands/operators</a:t>
            </a:r>
            <a:endParaRPr lang="en-US" dirty="0"/>
          </a:p>
          <a:p>
            <a:pPr lvl="2"/>
            <a:r>
              <a:rPr lang="en-US" dirty="0">
                <a:ea typeface="Tahoma"/>
                <a:cs typeface="Tahoma"/>
              </a:rPr>
              <a:t> Keypad mapping: "A": addition, "B": subtraction, "C": clear, "D": equals</a:t>
            </a:r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Decoder &amp; Buffers (~5 hours)</a:t>
            </a:r>
          </a:p>
          <a:p>
            <a:pPr lvl="2"/>
            <a:r>
              <a:rPr lang="en-US" dirty="0">
                <a:ea typeface="Tahoma"/>
                <a:cs typeface="Tahoma"/>
              </a:rPr>
              <a:t>More difficult part was coming up with scheme to signal when an operand is "constructed" from individual keypress inputs</a:t>
            </a:r>
          </a:p>
          <a:p>
            <a:pPr marL="685800" lvl="1" indent="-342900">
              <a:buAutoNum type="arabicPeriod"/>
            </a:pPr>
            <a:r>
              <a:rPr lang="en-US" b="1" dirty="0">
                <a:ea typeface="Tahoma"/>
                <a:cs typeface="Tahoma"/>
              </a:rPr>
              <a:t>ALU (~2-3 hours)</a:t>
            </a:r>
          </a:p>
          <a:p>
            <a:pPr lvl="2">
              <a:buFont typeface="Courier New,monospace" panose="020B0604020202020204" pitchFamily="34" charset="0"/>
            </a:pPr>
            <a:r>
              <a:rPr lang="en-US" dirty="0">
                <a:ea typeface="Tahoma"/>
                <a:cs typeface="Tahoma"/>
              </a:rPr>
              <a:t>Verify integer addition and subtraction operation</a:t>
            </a:r>
          </a:p>
          <a:p>
            <a:pPr lvl="2">
              <a:buFont typeface="Courier New,monospace" panose="020B0604020202020204" pitchFamily="34" charset="0"/>
              <a:buChar char="•"/>
            </a:pPr>
            <a:r>
              <a:rPr lang="en-US" dirty="0">
                <a:ea typeface="Tahoma"/>
                <a:cs typeface="Tahoma"/>
              </a:rPr>
              <a:t>Check for overflow/underflow ALU result conditions</a:t>
            </a:r>
          </a:p>
          <a:p>
            <a:pPr marL="685800" lvl="1" indent="-342900">
              <a:buFont typeface="Courier New" panose="02070309020205020404" pitchFamily="49" charset="0"/>
              <a:buAutoNum type="arabicPeriod"/>
            </a:pPr>
            <a:r>
              <a:rPr lang="en-US" b="1" dirty="0">
                <a:ea typeface="Tahoma"/>
                <a:cs typeface="Tahoma"/>
              </a:rPr>
              <a:t>LCD Display/Driver (~10 hours)</a:t>
            </a:r>
          </a:p>
          <a:p>
            <a:pPr lvl="2">
              <a:buFont typeface="Arial"/>
              <a:buChar char="•"/>
            </a:pPr>
            <a:r>
              <a:rPr lang="en-US" dirty="0">
                <a:ea typeface="Tahoma"/>
                <a:cs typeface="Tahoma"/>
              </a:rPr>
              <a:t>Verify proper use of control signals (RS, R/W, and Enable) </a:t>
            </a:r>
          </a:p>
          <a:p>
            <a:pPr lvl="2">
              <a:buFont typeface="Arial"/>
              <a:buChar char="•"/>
            </a:pPr>
            <a:r>
              <a:rPr lang="en-US" dirty="0">
                <a:ea typeface="Tahoma"/>
                <a:cs typeface="Tahoma"/>
              </a:rPr>
              <a:t>Develop LCD driver block to handle conversion of input strings into GPIO commands</a:t>
            </a:r>
          </a:p>
          <a:p>
            <a:pPr lvl="1">
              <a:buFont typeface="Courier New"/>
            </a:pPr>
            <a:endParaRPr lang="en-US" dirty="0">
              <a:ea typeface="Tahoma"/>
              <a:cs typeface="Tahoma"/>
            </a:endParaRPr>
          </a:p>
          <a:p>
            <a:pPr lvl="1"/>
            <a:endParaRPr lang="en-US" dirty="0">
              <a:ea typeface="Tahoma"/>
              <a:cs typeface="Tahoma"/>
            </a:endParaRPr>
          </a:p>
          <a:p>
            <a:pPr lvl="1"/>
            <a:endParaRPr lang="en-US" dirty="0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08862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8DA0-9323-BCE6-1200-53B5EB90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List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303E43D-B0F8-7C46-5BC1-2AFB78361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95370"/>
              </p:ext>
            </p:extLst>
          </p:nvPr>
        </p:nvGraphicFramePr>
        <p:xfrm>
          <a:off x="533918" y="1327771"/>
          <a:ext cx="8085413" cy="2900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510">
                  <a:extLst>
                    <a:ext uri="{9D8B030D-6E8A-4147-A177-3AD203B41FA5}">
                      <a16:colId xmlns:a16="http://schemas.microsoft.com/office/drawing/2014/main" val="1670531392"/>
                    </a:ext>
                  </a:extLst>
                </a:gridCol>
                <a:gridCol w="1029750">
                  <a:extLst>
                    <a:ext uri="{9D8B030D-6E8A-4147-A177-3AD203B41FA5}">
                      <a16:colId xmlns:a16="http://schemas.microsoft.com/office/drawing/2014/main" val="27631935"/>
                    </a:ext>
                  </a:extLst>
                </a:gridCol>
                <a:gridCol w="3118799">
                  <a:extLst>
                    <a:ext uri="{9D8B030D-6E8A-4147-A177-3AD203B41FA5}">
                      <a16:colId xmlns:a16="http://schemas.microsoft.com/office/drawing/2014/main" val="1508321461"/>
                    </a:ext>
                  </a:extLst>
                </a:gridCol>
                <a:gridCol w="2021354">
                  <a:extLst>
                    <a:ext uri="{9D8B030D-6E8A-4147-A177-3AD203B41FA5}">
                      <a16:colId xmlns:a16="http://schemas.microsoft.com/office/drawing/2014/main" val="1684696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0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50" b="0" i="0" u="none" strike="noStrike" noProof="0" dirty="0">
                          <a:latin typeface="Tahoma"/>
                        </a:rPr>
                        <a:t>3647-LCD16022x16Blue-White-ND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LCD 1602 2x16 Blue-White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LCD 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70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Solderless Breadboard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LCD 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060868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50" b="0" i="0" u="none" strike="noStrike" noProof="0" dirty="0">
                          <a:latin typeface="Tahoma"/>
                        </a:rPr>
                        <a:t>1993-1066-ND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Potentiometer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Tahoma"/>
                        </a:rPr>
                        <a:t>LCD Display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46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50" b="0" i="0" u="none" strike="noStrike" baseline="0" noProof="0" dirty="0">
                          <a:solidFill>
                            <a:srgbClr val="000000"/>
                          </a:solidFill>
                          <a:latin typeface="Tahoma"/>
                        </a:rPr>
                        <a:t>497-NUCLEO-WB55RG-ND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STM32 Nucleo-64 Development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Address Decoder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ALU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LCD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81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50" b="0" i="0" u="none" strike="noStrike" baseline="0" noProof="0" dirty="0">
                          <a:solidFill>
                            <a:srgbClr val="000000"/>
                          </a:solidFill>
                          <a:latin typeface="Tahoma"/>
                        </a:rPr>
                        <a:t>2333119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Membrane Switch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Keypad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50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10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EE23-65D4-5021-A035-B403115C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EB6B635-520D-4F51-15E4-BF16C5FD0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768849"/>
              </p:ext>
            </p:extLst>
          </p:nvPr>
        </p:nvGraphicFramePr>
        <p:xfrm>
          <a:off x="533920" y="1235147"/>
          <a:ext cx="8085414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948">
                  <a:extLst>
                    <a:ext uri="{9D8B030D-6E8A-4147-A177-3AD203B41FA5}">
                      <a16:colId xmlns:a16="http://schemas.microsoft.com/office/drawing/2014/main" val="511456810"/>
                    </a:ext>
                  </a:extLst>
                </a:gridCol>
                <a:gridCol w="1100254">
                  <a:extLst>
                    <a:ext uri="{9D8B030D-6E8A-4147-A177-3AD203B41FA5}">
                      <a16:colId xmlns:a16="http://schemas.microsoft.com/office/drawing/2014/main" val="3959643546"/>
                    </a:ext>
                  </a:extLst>
                </a:gridCol>
                <a:gridCol w="4456212">
                  <a:extLst>
                    <a:ext uri="{9D8B030D-6E8A-4147-A177-3AD203B41FA5}">
                      <a16:colId xmlns:a16="http://schemas.microsoft.com/office/drawing/2014/main" val="4192903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1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How will overflow/underflow ALU results be handled?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Limited by range of values that an integer type can represent in C (-32,768 to 32,767) </a:t>
                      </a:r>
                      <a:endParaRPr lang="en-US" sz="11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22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How will simultaneous keypad presses be handled?  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Software de-bouncing wait time can be increased in the main program to mitigate this issue.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4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'Clear' operator not identified as part of requirements.  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Tahoma"/>
                        </a:rPr>
                        <a:t>Will likely implement and evaluate necessity of a 'clear' key to empty display and buffer.</a:t>
                      </a:r>
                    </a:p>
                    <a:p>
                      <a:pPr lvl="0">
                        <a:buNone/>
                      </a:pP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670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Tahoma"/>
                        </a:rPr>
                        <a:t>Determine if 'V0' pin needs to be connected on LCD display.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Determined that this pin is used to control contrast of LCD display, which is required for visibility of characters.  Requires connection to potentiometer to control input voltage.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8591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C979FB-D6FC-0150-FA70-3D75BE8BDBC4}"/>
              </a:ext>
            </a:extLst>
          </p:cNvPr>
          <p:cNvSpPr txBox="1"/>
          <p:nvPr/>
        </p:nvSpPr>
        <p:spPr>
          <a:xfrm>
            <a:off x="2356624" y="4328495"/>
            <a:ext cx="4430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Risk Levels: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Low:  Little to no operational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Medium:  Some loss of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High:  Catastrophic, no functionality or potential damage to design</a:t>
            </a:r>
          </a:p>
        </p:txBody>
      </p:sp>
    </p:spTree>
    <p:extLst>
      <p:ext uri="{BB962C8B-B14F-4D97-AF65-F5344CB8AC3E}">
        <p14:creationId xmlns:p14="http://schemas.microsoft.com/office/powerpoint/2010/main" val="728474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85372F-9F06-4522-97C3-90BD9647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Copyright The Johns Hopkins University 2022.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98393121"/>
      </p:ext>
    </p:extLst>
  </p:cSld>
  <p:clrMapOvr>
    <a:masterClrMapping/>
  </p:clrMapOvr>
</p:sld>
</file>

<file path=ppt/theme/theme1.xml><?xml version="1.0" encoding="utf-8"?>
<a:theme xmlns:a="http://schemas.openxmlformats.org/drawingml/2006/main" name="EP Presentation Theme - Simple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35EFBDD-86CF-4646-80D0-59F6E2DF7A19}" vid="{6BFC85D2-7689-CA45-83EE-D1B7A4084604}"/>
    </a:ext>
  </a:extLst>
</a:theme>
</file>

<file path=ppt/theme/theme2.xml><?xml version="1.0" encoding="utf-8"?>
<a:theme xmlns:a="http://schemas.openxmlformats.org/drawingml/2006/main" name="1_EP Presentation Theme - Fancy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35EFBDD-86CF-4646-80D0-59F6E2DF7A19}" vid="{CBEC1829-AC5B-4245-BD85-FA191D1482B6}"/>
    </a:ext>
  </a:extLst>
</a:theme>
</file>

<file path=ppt/theme/theme3.xml><?xml version="1.0" encoding="utf-8"?>
<a:theme xmlns:a="http://schemas.openxmlformats.org/drawingml/2006/main" name="2_EP Presentation Theme - Special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35EFBDD-86CF-4646-80D0-59F6E2DF7A19}" vid="{D3733EE8-5B47-A947-B866-FBF8B727DDC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68931df-3f45-4445-be76-105235143e52">
      <UserInfo>
        <DisplayName>CLDT Members</DisplayName>
        <AccountId>7</AccountId>
        <AccountType/>
      </UserInfo>
      <UserInfo>
        <DisplayName>Leonid Felikson</DisplayName>
        <AccountId>722</AccountId>
        <AccountType/>
      </UserInfo>
    </SharedWithUsers>
    <lcf76f155ced4ddcb4097134ff3c332f xmlns="e3b5c32c-df6c-443f-b08b-73d85d62f2b5">
      <Terms xmlns="http://schemas.microsoft.com/office/infopath/2007/PartnerControls"/>
    </lcf76f155ced4ddcb4097134ff3c332f>
    <TaxCatchAll xmlns="168931df-3f45-4445-be76-105235143e5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1B81209776AF40B8AAD3C366C78D42" ma:contentTypeVersion="16" ma:contentTypeDescription="Create a new document." ma:contentTypeScope="" ma:versionID="92b4d8589ea70cc3babbccd64bc53cad">
  <xsd:schema xmlns:xsd="http://www.w3.org/2001/XMLSchema" xmlns:xs="http://www.w3.org/2001/XMLSchema" xmlns:p="http://schemas.microsoft.com/office/2006/metadata/properties" xmlns:ns2="e3b5c32c-df6c-443f-b08b-73d85d62f2b5" xmlns:ns3="168931df-3f45-4445-be76-105235143e52" targetNamespace="http://schemas.microsoft.com/office/2006/metadata/properties" ma:root="true" ma:fieldsID="72b47f574620adb5caa7d0745a9792d9" ns2:_="" ns3:_="">
    <xsd:import namespace="e3b5c32c-df6c-443f-b08b-73d85d62f2b5"/>
    <xsd:import namespace="168931df-3f45-4445-be76-105235143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5c32c-df6c-443f-b08b-73d85d62f2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3f7c956-802a-45ac-b2ba-cc7850678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931df-3f45-4445-be76-105235143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5244521-1179-49f0-ac58-4256886de161}" ma:internalName="TaxCatchAll" ma:showField="CatchAllData" ma:web="168931df-3f45-4445-be76-105235143e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A04465-0014-4D33-ABA2-D6924F11FEE0}">
  <ds:schemaRefs>
    <ds:schemaRef ds:uri="168931df-3f45-4445-be76-105235143e52"/>
    <ds:schemaRef ds:uri="e3b5c32c-df6c-443f-b08b-73d85d62f2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8F7E09-D485-4407-984B-97D2EA2C8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8D0B6D-D256-49F8-BE10-8C26F01F3912}">
  <ds:schemaRefs>
    <ds:schemaRef ds:uri="168931df-3f45-4445-be76-105235143e52"/>
    <ds:schemaRef ds:uri="e3b5c32c-df6c-443f-b08b-73d85d62f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EP Presentation Theme - Simple</Template>
  <TotalTime>0</TotalTime>
  <Words>1452</Words>
  <Application>Microsoft Office PowerPoint</Application>
  <PresentationFormat>On-screen Show (16:9)</PresentationFormat>
  <Paragraphs>226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</vt:lpstr>
      <vt:lpstr>Arial,Sans-Serif</vt:lpstr>
      <vt:lpstr>Calibri</vt:lpstr>
      <vt:lpstr>Consolas</vt:lpstr>
      <vt:lpstr>Courier New</vt:lpstr>
      <vt:lpstr>Courier New,monospace</vt:lpstr>
      <vt:lpstr>Roboto</vt:lpstr>
      <vt:lpstr>Source Sans Pro</vt:lpstr>
      <vt:lpstr>Source Serif Pro</vt:lpstr>
      <vt:lpstr>Tahoma</vt:lpstr>
      <vt:lpstr>Times New Roman</vt:lpstr>
      <vt:lpstr>Wingdings</vt:lpstr>
      <vt:lpstr>Wingdings,Sans-Serif</vt:lpstr>
      <vt:lpstr>EP Presentation Theme - Simple</vt:lpstr>
      <vt:lpstr>1_EP Presentation Theme - Fancy</vt:lpstr>
      <vt:lpstr>2_EP Presentation Theme - Special</vt:lpstr>
      <vt:lpstr>Final Project Critical Design Review</vt:lpstr>
      <vt:lpstr>System Description</vt:lpstr>
      <vt:lpstr>Overall System Block Diagram</vt:lpstr>
      <vt:lpstr>Overall System Schematic</vt:lpstr>
      <vt:lpstr>Subsystems Overview</vt:lpstr>
      <vt:lpstr>Keypad Subsystem</vt:lpstr>
      <vt:lpstr>Decoder &amp; Buffers Subsystems</vt:lpstr>
      <vt:lpstr>Arithmetic Logic Unit (ALU) Subsystem</vt:lpstr>
      <vt:lpstr>LCD Driver Subsystem</vt:lpstr>
      <vt:lpstr>LCD Initialization</vt:lpstr>
      <vt:lpstr>LCD Message Instructions</vt:lpstr>
      <vt:lpstr>LCD Display</vt:lpstr>
      <vt:lpstr>Handling Consecutive Inputs</vt:lpstr>
      <vt:lpstr>Integration Plan and Schedule</vt:lpstr>
      <vt:lpstr>Prototyping Plan and Schedule</vt:lpstr>
      <vt:lpstr>Parts List</vt:lpstr>
      <vt:lpstr>Risks</vt:lpstr>
      <vt:lpstr>Copyright The Johns Hopkins University 2022. All rights reserved.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Preliminary Design Review</dc:title>
  <dc:creator>E. David Jansing</dc:creator>
  <cp:lastModifiedBy>Kevin Nguyen</cp:lastModifiedBy>
  <cp:revision>2304</cp:revision>
  <dcterms:created xsi:type="dcterms:W3CDTF">2022-11-02T14:10:30Z</dcterms:created>
  <dcterms:modified xsi:type="dcterms:W3CDTF">2024-08-09T20:45:50Z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0x010100681B81209776AF40B8AAD3C366C78D42</vt:lpwstr>
  </property>
  <property fmtid="{D5CDD505-2E9C-101B-9397-08002B2CF9AE}" pid="3" name="MediaServiceImageTags">
    <vt:lpwstr/>
  </property>
</Properties>
</file>